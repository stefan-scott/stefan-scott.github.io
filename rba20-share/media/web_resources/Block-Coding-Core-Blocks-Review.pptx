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C7267-222B-4332-9021-5E00E466DFB9}" v="171" dt="2020-11-03T16:33:20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Stefan" userId="881558bf-77e1-4109-9642-244265a79c16" providerId="ADAL" clId="{4EAC7267-222B-4332-9021-5E00E466DFB9}"/>
    <pc:docChg chg="undo custSel addSld modSld sldOrd">
      <pc:chgData name="Scott, Stefan" userId="881558bf-77e1-4109-9642-244265a79c16" providerId="ADAL" clId="{4EAC7267-222B-4332-9021-5E00E466DFB9}" dt="2020-11-03T16:33:20.262" v="1456" actId="20577"/>
      <pc:docMkLst>
        <pc:docMk/>
      </pc:docMkLst>
      <pc:sldChg chg="addSp modSp modAnim">
        <pc:chgData name="Scott, Stefan" userId="881558bf-77e1-4109-9642-244265a79c16" providerId="ADAL" clId="{4EAC7267-222B-4332-9021-5E00E466DFB9}" dt="2020-11-03T16:25:18.909" v="583"/>
        <pc:sldMkLst>
          <pc:docMk/>
          <pc:sldMk cId="3844296832" sldId="256"/>
        </pc:sldMkLst>
        <pc:spChg chg="mod">
          <ac:chgData name="Scott, Stefan" userId="881558bf-77e1-4109-9642-244265a79c16" providerId="ADAL" clId="{4EAC7267-222B-4332-9021-5E00E466DFB9}" dt="2020-11-03T16:20:09.247" v="283"/>
          <ac:spMkLst>
            <pc:docMk/>
            <pc:sldMk cId="3844296832" sldId="256"/>
            <ac:spMk id="3" creationId="{34E4E636-C25D-4067-846E-224B37CF5BCF}"/>
          </ac:spMkLst>
        </pc:spChg>
        <pc:spChg chg="add mod">
          <ac:chgData name="Scott, Stefan" userId="881558bf-77e1-4109-9642-244265a79c16" providerId="ADAL" clId="{4EAC7267-222B-4332-9021-5E00E466DFB9}" dt="2020-11-03T16:18:27.442" v="116" actId="1076"/>
          <ac:spMkLst>
            <pc:docMk/>
            <pc:sldMk cId="3844296832" sldId="256"/>
            <ac:spMk id="12" creationId="{EE4A1380-BE55-4174-927C-F5BB438ECAC4}"/>
          </ac:spMkLst>
        </pc:spChg>
        <pc:spChg chg="add mod">
          <ac:chgData name="Scott, Stefan" userId="881558bf-77e1-4109-9642-244265a79c16" providerId="ADAL" clId="{4EAC7267-222B-4332-9021-5E00E466DFB9}" dt="2020-11-03T16:21:47.700" v="334" actId="14100"/>
          <ac:spMkLst>
            <pc:docMk/>
            <pc:sldMk cId="3844296832" sldId="256"/>
            <ac:spMk id="13" creationId="{9B42F958-5BB3-4656-B462-17C573E6DABF}"/>
          </ac:spMkLst>
        </pc:spChg>
        <pc:spChg chg="add mod">
          <ac:chgData name="Scott, Stefan" userId="881558bf-77e1-4109-9642-244265a79c16" providerId="ADAL" clId="{4EAC7267-222B-4332-9021-5E00E466DFB9}" dt="2020-11-03T16:22:17.694" v="385" actId="207"/>
          <ac:spMkLst>
            <pc:docMk/>
            <pc:sldMk cId="3844296832" sldId="256"/>
            <ac:spMk id="14" creationId="{DD8114AD-F497-4519-98FE-35F628EB1E13}"/>
          </ac:spMkLst>
        </pc:spChg>
        <pc:graphicFrameChg chg="mod">
          <ac:chgData name="Scott, Stefan" userId="881558bf-77e1-4109-9642-244265a79c16" providerId="ADAL" clId="{4EAC7267-222B-4332-9021-5E00E466DFB9}" dt="2020-11-03T16:18:29.723" v="117" actId="1076"/>
          <ac:graphicFrameMkLst>
            <pc:docMk/>
            <pc:sldMk cId="3844296832" sldId="256"/>
            <ac:graphicFrameMk id="8" creationId="{55F71A43-EBB4-4E0A-B08E-3D09CE354299}"/>
          </ac:graphicFrameMkLst>
        </pc:graphicFrameChg>
        <pc:graphicFrameChg chg="mod">
          <ac:chgData name="Scott, Stefan" userId="881558bf-77e1-4109-9642-244265a79c16" providerId="ADAL" clId="{4EAC7267-222B-4332-9021-5E00E466DFB9}" dt="2020-11-03T16:18:31.220" v="118" actId="1076"/>
          <ac:graphicFrameMkLst>
            <pc:docMk/>
            <pc:sldMk cId="3844296832" sldId="256"/>
            <ac:graphicFrameMk id="9" creationId="{4A5DA35E-65B9-44AD-87FD-E5B7CB8465A2}"/>
          </ac:graphicFrameMkLst>
        </pc:graphicFrameChg>
      </pc:sldChg>
      <pc:sldChg chg="addSp delSp modSp modAnim">
        <pc:chgData name="Scott, Stefan" userId="881558bf-77e1-4109-9642-244265a79c16" providerId="ADAL" clId="{4EAC7267-222B-4332-9021-5E00E466DFB9}" dt="2020-11-03T16:33:20.262" v="1456" actId="20577"/>
        <pc:sldMkLst>
          <pc:docMk/>
          <pc:sldMk cId="27576882" sldId="257"/>
        </pc:sldMkLst>
        <pc:spChg chg="mod">
          <ac:chgData name="Scott, Stefan" userId="881558bf-77e1-4109-9642-244265a79c16" providerId="ADAL" clId="{4EAC7267-222B-4332-9021-5E00E466DFB9}" dt="2020-11-03T16:24:29.325" v="580" actId="1076"/>
          <ac:spMkLst>
            <pc:docMk/>
            <pc:sldMk cId="27576882" sldId="257"/>
            <ac:spMk id="3" creationId="{34E4E636-C25D-4067-846E-224B37CF5BCF}"/>
          </ac:spMkLst>
        </pc:spChg>
        <pc:spChg chg="add mod">
          <ac:chgData name="Scott, Stefan" userId="881558bf-77e1-4109-9642-244265a79c16" providerId="ADAL" clId="{4EAC7267-222B-4332-9021-5E00E466DFB9}" dt="2020-11-03T16:22:56.806" v="411" actId="20577"/>
          <ac:spMkLst>
            <pc:docMk/>
            <pc:sldMk cId="27576882" sldId="257"/>
            <ac:spMk id="7" creationId="{DEF46856-CB88-421A-8CFF-5C77AD6B76CF}"/>
          </ac:spMkLst>
        </pc:spChg>
        <pc:spChg chg="add del">
          <ac:chgData name="Scott, Stefan" userId="881558bf-77e1-4109-9642-244265a79c16" providerId="ADAL" clId="{4EAC7267-222B-4332-9021-5E00E466DFB9}" dt="2020-11-03T16:25:48.184" v="589"/>
          <ac:spMkLst>
            <pc:docMk/>
            <pc:sldMk cId="27576882" sldId="257"/>
            <ac:spMk id="11" creationId="{CCB2A5DD-6720-4C46-85B4-F99935F2551E}"/>
          </ac:spMkLst>
        </pc:spChg>
        <pc:spChg chg="add mod">
          <ac:chgData name="Scott, Stefan" userId="881558bf-77e1-4109-9642-244265a79c16" providerId="ADAL" clId="{4EAC7267-222B-4332-9021-5E00E466DFB9}" dt="2020-11-03T16:33:20.262" v="1456" actId="20577"/>
          <ac:spMkLst>
            <pc:docMk/>
            <pc:sldMk cId="27576882" sldId="257"/>
            <ac:spMk id="12" creationId="{215C22F4-6FDB-4FC6-ABD5-9139B0EC1282}"/>
          </ac:spMkLst>
        </pc:spChg>
        <pc:graphicFrameChg chg="mod">
          <ac:chgData name="Scott, Stefan" userId="881558bf-77e1-4109-9642-244265a79c16" providerId="ADAL" clId="{4EAC7267-222B-4332-9021-5E00E466DFB9}" dt="2020-11-03T16:22:59.875" v="412" actId="14100"/>
          <ac:graphicFrameMkLst>
            <pc:docMk/>
            <pc:sldMk cId="27576882" sldId="257"/>
            <ac:graphicFrameMk id="2" creationId="{ACF853E4-6376-46BF-8C55-9B5D4EF47C67}"/>
          </ac:graphicFrameMkLst>
        </pc:graphicFrameChg>
        <pc:graphicFrameChg chg="mod">
          <ac:chgData name="Scott, Stefan" userId="881558bf-77e1-4109-9642-244265a79c16" providerId="ADAL" clId="{4EAC7267-222B-4332-9021-5E00E466DFB9}" dt="2020-11-03T16:23:08.600" v="415" actId="1076"/>
          <ac:graphicFrameMkLst>
            <pc:docMk/>
            <pc:sldMk cId="27576882" sldId="257"/>
            <ac:graphicFrameMk id="10" creationId="{A036F7AD-44D6-4454-90A4-191A666A643A}"/>
          </ac:graphicFrameMkLst>
        </pc:graphicFrameChg>
      </pc:sldChg>
      <pc:sldChg chg="addSp modSp modAnim">
        <pc:chgData name="Scott, Stefan" userId="881558bf-77e1-4109-9642-244265a79c16" providerId="ADAL" clId="{4EAC7267-222B-4332-9021-5E00E466DFB9}" dt="2020-11-03T16:32:34.655" v="1438"/>
        <pc:sldMkLst>
          <pc:docMk/>
          <pc:sldMk cId="751923849" sldId="258"/>
        </pc:sldMkLst>
        <pc:spChg chg="mod">
          <ac:chgData name="Scott, Stefan" userId="881558bf-77e1-4109-9642-244265a79c16" providerId="ADAL" clId="{4EAC7267-222B-4332-9021-5E00E466DFB9}" dt="2020-11-03T16:29:27.198" v="1083" actId="1076"/>
          <ac:spMkLst>
            <pc:docMk/>
            <pc:sldMk cId="751923849" sldId="258"/>
            <ac:spMk id="3" creationId="{34E4E636-C25D-4067-846E-224B37CF5BCF}"/>
          </ac:spMkLst>
        </pc:spChg>
        <pc:spChg chg="add mod">
          <ac:chgData name="Scott, Stefan" userId="881558bf-77e1-4109-9642-244265a79c16" providerId="ADAL" clId="{4EAC7267-222B-4332-9021-5E00E466DFB9}" dt="2020-11-03T16:27:20.775" v="759" actId="20577"/>
          <ac:spMkLst>
            <pc:docMk/>
            <pc:sldMk cId="751923849" sldId="258"/>
            <ac:spMk id="9" creationId="{D711C080-C3C9-458E-81BB-B1278AD1D4FC}"/>
          </ac:spMkLst>
        </pc:spChg>
        <pc:spChg chg="add mod">
          <ac:chgData name="Scott, Stefan" userId="881558bf-77e1-4109-9642-244265a79c16" providerId="ADAL" clId="{4EAC7267-222B-4332-9021-5E00E466DFB9}" dt="2020-11-03T16:31:08.456" v="1275" actId="1076"/>
          <ac:spMkLst>
            <pc:docMk/>
            <pc:sldMk cId="751923849" sldId="258"/>
            <ac:spMk id="11" creationId="{821B938F-961B-4204-AE7C-AE9C4D346F01}"/>
          </ac:spMkLst>
        </pc:spChg>
        <pc:spChg chg="add mod">
          <ac:chgData name="Scott, Stefan" userId="881558bf-77e1-4109-9642-244265a79c16" providerId="ADAL" clId="{4EAC7267-222B-4332-9021-5E00E466DFB9}" dt="2020-11-03T16:31:57.814" v="1433" actId="14100"/>
          <ac:spMkLst>
            <pc:docMk/>
            <pc:sldMk cId="751923849" sldId="258"/>
            <ac:spMk id="12" creationId="{E56C6FFF-AE3C-44B1-BC9E-A5A82D8D2C50}"/>
          </ac:spMkLst>
        </pc:spChg>
        <pc:graphicFrameChg chg="mod">
          <ac:chgData name="Scott, Stefan" userId="881558bf-77e1-4109-9642-244265a79c16" providerId="ADAL" clId="{4EAC7267-222B-4332-9021-5E00E466DFB9}" dt="2020-11-03T16:27:27.285" v="761" actId="14100"/>
          <ac:graphicFrameMkLst>
            <pc:docMk/>
            <pc:sldMk cId="751923849" sldId="258"/>
            <ac:graphicFrameMk id="5" creationId="{D57EE9AC-B9F5-401F-BE82-E917E3F4B242}"/>
          </ac:graphicFrameMkLst>
        </pc:graphicFrameChg>
        <pc:graphicFrameChg chg="mod">
          <ac:chgData name="Scott, Stefan" userId="881558bf-77e1-4109-9642-244265a79c16" providerId="ADAL" clId="{4EAC7267-222B-4332-9021-5E00E466DFB9}" dt="2020-11-03T16:31:12.930" v="1276" actId="1076"/>
          <ac:graphicFrameMkLst>
            <pc:docMk/>
            <pc:sldMk cId="751923849" sldId="258"/>
            <ac:graphicFrameMk id="6" creationId="{3BCFB907-2583-43E5-A240-442838581F43}"/>
          </ac:graphicFrameMkLst>
        </pc:graphicFrameChg>
        <pc:graphicFrameChg chg="mod">
          <ac:chgData name="Scott, Stefan" userId="881558bf-77e1-4109-9642-244265a79c16" providerId="ADAL" clId="{4EAC7267-222B-4332-9021-5E00E466DFB9}" dt="2020-11-03T16:31:16.276" v="1278" actId="14100"/>
          <ac:graphicFrameMkLst>
            <pc:docMk/>
            <pc:sldMk cId="751923849" sldId="258"/>
            <ac:graphicFrameMk id="7" creationId="{888A741C-E7A4-49D7-B424-8F798DD6CEE3}"/>
          </ac:graphicFrameMkLst>
        </pc:graphicFrameChg>
      </pc:sldChg>
      <pc:sldChg chg="modSp add ord">
        <pc:chgData name="Scott, Stefan" userId="881558bf-77e1-4109-9642-244265a79c16" providerId="ADAL" clId="{4EAC7267-222B-4332-9021-5E00E466DFB9}" dt="2020-11-03T16:17:42.144" v="71" actId="207"/>
        <pc:sldMkLst>
          <pc:docMk/>
          <pc:sldMk cId="2946179972" sldId="259"/>
        </pc:sldMkLst>
        <pc:spChg chg="mod">
          <ac:chgData name="Scott, Stefan" userId="881558bf-77e1-4109-9642-244265a79c16" providerId="ADAL" clId="{4EAC7267-222B-4332-9021-5E00E466DFB9}" dt="2020-11-03T16:17:13.173" v="54" actId="2711"/>
          <ac:spMkLst>
            <pc:docMk/>
            <pc:sldMk cId="2946179972" sldId="259"/>
            <ac:spMk id="2" creationId="{06043635-3432-4064-8143-4F9979D960DA}"/>
          </ac:spMkLst>
        </pc:spChg>
        <pc:spChg chg="mod">
          <ac:chgData name="Scott, Stefan" userId="881558bf-77e1-4109-9642-244265a79c16" providerId="ADAL" clId="{4EAC7267-222B-4332-9021-5E00E466DFB9}" dt="2020-11-03T16:17:42.144" v="71" actId="207"/>
          <ac:spMkLst>
            <pc:docMk/>
            <pc:sldMk cId="2946179972" sldId="259"/>
            <ac:spMk id="3" creationId="{0AFEB9A6-23FA-47F7-93BC-2883DE0D7D8D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3812-C1AB-4D79-B782-31F882A9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FAF63-486D-4113-912E-5EA97E6CC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4C32-2349-4831-A7FB-65C04CAB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745A-72CB-4D3E-89F2-BA1D928D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42C9-78D1-42D0-9CB7-90288DB3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0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10F3-9367-4C78-9419-5DB6DBC5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8962-57AE-490D-A889-E9812E4D2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FF02-2B38-4DEB-9CAC-DD59266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EA20-EC5F-4949-8F34-DAEB960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89B-CCEB-4DE8-93FD-F5EBDFAE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5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8CF6-B723-4FA4-A022-825A15D2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6F96-353B-4DC6-AA75-A17405FE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A644-BBC7-498A-AD82-E7A6A11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1BED-EA9B-46C8-A666-A0FBDAD4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B7CF-4175-4FBB-9C8C-8801138E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FF46-692F-47C2-9440-6EF0EEA6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06CF-06DB-4744-8386-8C717B33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6287-CD30-4193-A338-295D3B63C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74F8D-5ED0-4D6B-AF8D-9517A7A6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1F2F7-4631-4CF2-8BF5-0ACEF4C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9CADB-F03B-4B0D-B296-A554365F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1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4B99-A2EB-419D-9728-56845F9D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1448-4024-44B2-B71A-0028240B8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BB2A0-8AEC-4F89-949B-E9F2A82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7688A-4F9E-4BFF-8F70-122F1CD4B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19807-C43F-4FAA-A790-D81FB4E05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346DB-B43A-492C-84FB-AE66040F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BB666-9A01-4FF7-B294-E1A723F6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C229B-2253-40AA-A6B5-DB1C60AD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378C-0A00-4FAB-B310-60AEC509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0A1A7-D62A-472F-BA1F-3691D97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2BFD5-D066-46E3-9616-3D149BE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41697-E6E8-40A8-96C6-BC943AC4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396F6-9153-4F59-AF36-1478AF08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68568-AE19-418C-9B24-7B146D27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D576A-6CA7-4D24-A89E-B5F72E48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9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C89C-1C0D-4F5F-8863-98BFBB97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8C686-F46A-4C7B-9A05-4574DDD2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F41A-A53E-41E1-8E3F-0E416C9B5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96B7-7A95-43C4-A4D5-691F27C5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7572-F1BE-45D8-A49C-C8B2BE24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24859-AEA2-406F-BA76-5C3605F8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998-9933-4C84-B728-27CFE7AC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DFB6-7602-4A75-B254-9EDE7E261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9F439-CDF4-4F81-926C-8BC2F3C66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62E6-D74A-474B-9C64-3C0E4ADA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E92F-EBDE-44CB-AAEC-60C6E1F2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310B-8447-4881-B77E-DC425B8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9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7AF5-38B7-4D22-9286-EA0E7756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779C-DFA0-4EA0-81FC-F665094E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98BC0-39D9-4D21-AB9E-DB6DD7DB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22D6-2466-4681-83B1-3EB381C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021C4-4057-4562-8355-074C93AA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05FC7-B1D9-42C2-BE99-AB30A3A2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C376A-829F-4D71-ACC1-013B152AD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F679-C85E-4088-9B27-5095F308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FDC6-2141-49EF-9FE8-3544A17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8034-4373-4FE2-AD87-06FC8805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4F137-EC8C-4AF1-B4B4-FD56B2D8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E4B5-AE9C-4810-8BBB-80E75E87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1397-1ABC-4F34-8DEA-2AFE631BE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A933-F3D1-4421-A982-DDCBBA151C1B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8B85-E205-417D-A571-CCA1BE3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DB35-2944-47EB-9F44-E9F7D37E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3635-3432-4064-8143-4F9979D9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478743"/>
          </a:xfrm>
        </p:spPr>
        <p:txBody>
          <a:bodyPr>
            <a:normAutofit/>
          </a:bodyPr>
          <a:lstStyle/>
          <a:p>
            <a:r>
              <a:rPr lang="en-US" sz="11500" b="1" dirty="0">
                <a:latin typeface="+mn-lt"/>
              </a:rPr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B9A6-23FA-47F7-93BC-2883DE0D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646" y="20689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TINKERCAD</a:t>
            </a:r>
            <a:r>
              <a:rPr lang="en-US" dirty="0"/>
              <a:t> CORE CODING BLOCKS</a:t>
            </a:r>
          </a:p>
        </p:txBody>
      </p:sp>
    </p:spTree>
    <p:extLst>
      <p:ext uri="{BB962C8B-B14F-4D97-AF65-F5344CB8AC3E}">
        <p14:creationId xmlns:p14="http://schemas.microsoft.com/office/powerpoint/2010/main" val="294617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4E636-C25D-4067-846E-224B37CF5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5749" y="1913221"/>
            <a:ext cx="3956807" cy="1655762"/>
          </a:xfrm>
        </p:spPr>
        <p:txBody>
          <a:bodyPr/>
          <a:lstStyle/>
          <a:p>
            <a:pPr algn="l"/>
            <a:r>
              <a:rPr lang="en-US" dirty="0"/>
              <a:t>Uses I/O pin as a digital </a:t>
            </a:r>
            <a:r>
              <a:rPr lang="en-US" b="1" dirty="0"/>
              <a:t>input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Returns either: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0 (LOW, 0v)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1 (HIGH, 5v)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5F71A43-EBB4-4E0A-B08E-3D09CE354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674090"/>
              </p:ext>
            </p:extLst>
          </p:nvPr>
        </p:nvGraphicFramePr>
        <p:xfrm>
          <a:off x="716902" y="2186469"/>
          <a:ext cx="5072484" cy="1109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6679080" imgH="1460160" progId="">
                  <p:embed/>
                </p:oleObj>
              </mc:Choice>
              <mc:Fallback>
                <p:oleObj r:id="rId3" imgW="6679080" imgH="1460160" progId="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5F71A43-EBB4-4E0A-B08E-3D09CE3542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902" y="2186469"/>
                        <a:ext cx="5072484" cy="1109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A5DA35E-65B9-44AD-87FD-E5B7CB846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051144"/>
              </p:ext>
            </p:extLst>
          </p:nvPr>
        </p:nvGraphicFramePr>
        <p:xfrm>
          <a:off x="716902" y="4915592"/>
          <a:ext cx="5072484" cy="1018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5" imgW="7275960" imgH="1460160" progId="">
                  <p:embed/>
                </p:oleObj>
              </mc:Choice>
              <mc:Fallback>
                <p:oleObj r:id="rId5" imgW="7275960" imgH="1460160" progId="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A5DA35E-65B9-44AD-87FD-E5B7CB8465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6902" y="4915592"/>
                        <a:ext cx="5072484" cy="1018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E4A1380-BE55-4174-927C-F5BB438ECAC4}"/>
              </a:ext>
            </a:extLst>
          </p:cNvPr>
          <p:cNvSpPr txBox="1">
            <a:spLocks/>
          </p:cNvSpPr>
          <p:nvPr/>
        </p:nvSpPr>
        <p:spPr>
          <a:xfrm>
            <a:off x="716902" y="419804"/>
            <a:ext cx="10515600" cy="7260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+mn-lt"/>
              </a:rPr>
              <a:t>pins as </a:t>
            </a:r>
            <a:r>
              <a:rPr lang="en-US" sz="4400" b="1" dirty="0">
                <a:latin typeface="+mn-lt"/>
              </a:rPr>
              <a:t>inputs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B42F958-5BB3-4656-B462-17C573E6DABF}"/>
              </a:ext>
            </a:extLst>
          </p:cNvPr>
          <p:cNvSpPr txBox="1">
            <a:spLocks/>
          </p:cNvSpPr>
          <p:nvPr/>
        </p:nvSpPr>
        <p:spPr>
          <a:xfrm>
            <a:off x="6895747" y="4806893"/>
            <a:ext cx="4941119" cy="1291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Uses I/O pin as an analog </a:t>
            </a:r>
            <a:r>
              <a:rPr lang="en-US" b="1" dirty="0"/>
              <a:t>input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Returns values in a range between: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b="1" dirty="0"/>
              <a:t>0</a:t>
            </a:r>
            <a:r>
              <a:rPr lang="en-US" sz="2400" dirty="0"/>
              <a:t> (LOW, 0v)  –  </a:t>
            </a:r>
            <a:r>
              <a:rPr lang="en-US" sz="2400" b="1" dirty="0"/>
              <a:t>1023</a:t>
            </a:r>
            <a:r>
              <a:rPr lang="en-US" sz="2400" dirty="0"/>
              <a:t> (HIGH, 5v)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8114AD-F497-4519-98FE-35F628EB1E13}"/>
              </a:ext>
            </a:extLst>
          </p:cNvPr>
          <p:cNvSpPr/>
          <p:nvPr/>
        </p:nvSpPr>
        <p:spPr>
          <a:xfrm>
            <a:off x="7031768" y="6115576"/>
            <a:ext cx="4419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Only pins A0-A6 can be used for analog reads</a:t>
            </a:r>
          </a:p>
        </p:txBody>
      </p:sp>
    </p:spTree>
    <p:extLst>
      <p:ext uri="{BB962C8B-B14F-4D97-AF65-F5344CB8AC3E}">
        <p14:creationId xmlns:p14="http://schemas.microsoft.com/office/powerpoint/2010/main" val="384429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4E636-C25D-4067-846E-224B37CF5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1829" y="1542106"/>
            <a:ext cx="5063760" cy="2016383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Changes the voltage on a particular IO pin. </a:t>
            </a:r>
            <a:r>
              <a:rPr lang="en-US" i="1" dirty="0"/>
              <a:t>(pin being used as an output)</a:t>
            </a:r>
          </a:p>
          <a:p>
            <a:pPr algn="l"/>
            <a:r>
              <a:rPr lang="en-US" dirty="0"/>
              <a:t>Can be set 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HIGH (5v)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LOW  (0v)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036F7AD-44D6-4454-90A4-191A666A6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782448"/>
              </p:ext>
            </p:extLst>
          </p:nvPr>
        </p:nvGraphicFramePr>
        <p:xfrm>
          <a:off x="606411" y="1789126"/>
          <a:ext cx="5162050" cy="125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8330040" imgH="2031480" progId="">
                  <p:embed/>
                </p:oleObj>
              </mc:Choice>
              <mc:Fallback>
                <p:oleObj r:id="rId3" imgW="8330040" imgH="2031480" progId="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036F7AD-44D6-4454-90A4-191A666A6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411" y="1789126"/>
                        <a:ext cx="5162050" cy="1259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CF853E4-6376-46BF-8C55-9B5D4EF47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03795"/>
              </p:ext>
            </p:extLst>
          </p:nvPr>
        </p:nvGraphicFramePr>
        <p:xfrm>
          <a:off x="606411" y="4307702"/>
          <a:ext cx="8042639" cy="111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5" imgW="14679360" imgH="2031480" progId="">
                  <p:embed/>
                </p:oleObj>
              </mc:Choice>
              <mc:Fallback>
                <p:oleObj r:id="rId5" imgW="14679360" imgH="2031480" progId="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CF853E4-6376-46BF-8C55-9B5D4EF47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411" y="4307702"/>
                        <a:ext cx="8042639" cy="1111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DEF46856-CB88-421A-8CFF-5C77AD6B76CF}"/>
              </a:ext>
            </a:extLst>
          </p:cNvPr>
          <p:cNvSpPr txBox="1">
            <a:spLocks/>
          </p:cNvSpPr>
          <p:nvPr/>
        </p:nvSpPr>
        <p:spPr>
          <a:xfrm>
            <a:off x="716902" y="419804"/>
            <a:ext cx="10515600" cy="7260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+mn-lt"/>
              </a:rPr>
              <a:t>different </a:t>
            </a:r>
            <a:r>
              <a:rPr lang="en-US" sz="4400" b="1" dirty="0">
                <a:latin typeface="+mn-lt"/>
              </a:rPr>
              <a:t>outputs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5C22F4-6FDB-4FC6-ABD5-9139B0EC1282}"/>
              </a:ext>
            </a:extLst>
          </p:cNvPr>
          <p:cNvSpPr txBox="1">
            <a:spLocks/>
          </p:cNvSpPr>
          <p:nvPr/>
        </p:nvSpPr>
        <p:spPr>
          <a:xfrm>
            <a:off x="4409444" y="5419174"/>
            <a:ext cx="7477755" cy="140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Allows us to print a message to the Serial Monitor.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Essential for debugging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Can print words </a:t>
            </a:r>
            <a:r>
              <a:rPr lang="en-US" i="1" dirty="0"/>
              <a:t>(strings)</a:t>
            </a:r>
            <a:r>
              <a:rPr lang="en-US" dirty="0"/>
              <a:t> or numeric values</a:t>
            </a:r>
          </a:p>
        </p:txBody>
      </p:sp>
    </p:spTree>
    <p:extLst>
      <p:ext uri="{BB962C8B-B14F-4D97-AF65-F5344CB8AC3E}">
        <p14:creationId xmlns:p14="http://schemas.microsoft.com/office/powerpoint/2010/main" val="2757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4E636-C25D-4067-846E-224B37CF5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567" y="1472876"/>
            <a:ext cx="6103995" cy="163944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Puts a value into a variable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Also </a:t>
            </a:r>
            <a:r>
              <a:rPr lang="en-US" i="1" dirty="0"/>
              <a:t>creates the variable </a:t>
            </a:r>
            <a:r>
              <a:rPr lang="en-US" dirty="0"/>
              <a:t>if it hasn’t been used before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If it currently has a value, the old one is discarded to make room for the new one.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57EE9AC-B9F5-401F-BE82-E917E3F4B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865064"/>
              </p:ext>
            </p:extLst>
          </p:nvPr>
        </p:nvGraphicFramePr>
        <p:xfrm>
          <a:off x="579438" y="1598711"/>
          <a:ext cx="4349463" cy="102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8596800" imgH="2031480" progId="">
                  <p:embed/>
                </p:oleObj>
              </mc:Choice>
              <mc:Fallback>
                <p:oleObj r:id="rId3" imgW="8596800" imgH="203148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57EE9AC-B9F5-401F-BE82-E917E3F4B2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438" y="1598711"/>
                        <a:ext cx="4349463" cy="1028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BCFB907-2583-43E5-A240-442838581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175971"/>
              </p:ext>
            </p:extLst>
          </p:nvPr>
        </p:nvGraphicFramePr>
        <p:xfrm>
          <a:off x="579438" y="3512890"/>
          <a:ext cx="4349463" cy="935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r:id="rId5" imgW="9447480" imgH="2031480" progId="">
                  <p:embed/>
                </p:oleObj>
              </mc:Choice>
              <mc:Fallback>
                <p:oleObj r:id="rId5" imgW="9447480" imgH="2031480" progId="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BCFB907-2583-43E5-A240-442838581F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438" y="3512890"/>
                        <a:ext cx="4349463" cy="935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88A741C-E7A4-49D7-B424-8F798DD6C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927855"/>
              </p:ext>
            </p:extLst>
          </p:nvPr>
        </p:nvGraphicFramePr>
        <p:xfrm>
          <a:off x="470381" y="5416406"/>
          <a:ext cx="2608379" cy="102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r:id="rId7" imgW="3733200" imgH="1460160" progId="">
                  <p:embed/>
                </p:oleObj>
              </mc:Choice>
              <mc:Fallback>
                <p:oleObj r:id="rId7" imgW="3733200" imgH="1460160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88A741C-E7A4-49D7-B424-8F798DD6C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0381" y="5416406"/>
                        <a:ext cx="2608379" cy="1020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711C080-C3C9-458E-81BB-B1278AD1D4FC}"/>
              </a:ext>
            </a:extLst>
          </p:cNvPr>
          <p:cNvSpPr txBox="1">
            <a:spLocks/>
          </p:cNvSpPr>
          <p:nvPr/>
        </p:nvSpPr>
        <p:spPr>
          <a:xfrm>
            <a:off x="716902" y="419804"/>
            <a:ext cx="10515600" cy="7260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+mn-lt"/>
              </a:rPr>
              <a:t>using </a:t>
            </a:r>
            <a:r>
              <a:rPr lang="en-US" sz="4400" b="1" dirty="0">
                <a:latin typeface="+mn-lt"/>
              </a:rPr>
              <a:t>variables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21B938F-961B-4204-AE7C-AE9C4D346F01}"/>
              </a:ext>
            </a:extLst>
          </p:cNvPr>
          <p:cNvSpPr txBox="1">
            <a:spLocks/>
          </p:cNvSpPr>
          <p:nvPr/>
        </p:nvSpPr>
        <p:spPr>
          <a:xfrm>
            <a:off x="5508567" y="3429000"/>
            <a:ext cx="6103995" cy="1639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/>
              <a:t>Increases the value of a variable by </a:t>
            </a:r>
            <a:r>
              <a:rPr lang="en-US" sz="2200" b="1" dirty="0"/>
              <a:t>addition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Adds the number entered </a:t>
            </a:r>
            <a:r>
              <a:rPr lang="en-US" sz="2200" i="1" dirty="0"/>
              <a:t>(argument) </a:t>
            </a:r>
            <a:r>
              <a:rPr lang="en-US" sz="2200" dirty="0"/>
              <a:t>and the existing value together, and stores that new value in the variable.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6C6FFF-AE3C-44B1-BC9E-A5A82D8D2C50}"/>
              </a:ext>
            </a:extLst>
          </p:cNvPr>
          <p:cNvSpPr txBox="1">
            <a:spLocks/>
          </p:cNvSpPr>
          <p:nvPr/>
        </p:nvSpPr>
        <p:spPr>
          <a:xfrm>
            <a:off x="3832167" y="5503177"/>
            <a:ext cx="6914130" cy="933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b="1" dirty="0"/>
              <a:t>Actual variable block.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Allows us to refence the value stored in the variable</a:t>
            </a:r>
          </a:p>
        </p:txBody>
      </p:sp>
    </p:spTree>
    <p:extLst>
      <p:ext uri="{BB962C8B-B14F-4D97-AF65-F5344CB8AC3E}">
        <p14:creationId xmlns:p14="http://schemas.microsoft.com/office/powerpoint/2010/main" val="75192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FA6F2ABA91154CB6A1447C0C6344A4" ma:contentTypeVersion="13" ma:contentTypeDescription="Create a new document." ma:contentTypeScope="" ma:versionID="b2e433a53fb4d00d74ccb11071e5b5ae">
  <xsd:schema xmlns:xsd="http://www.w3.org/2001/XMLSchema" xmlns:xs="http://www.w3.org/2001/XMLSchema" xmlns:p="http://schemas.microsoft.com/office/2006/metadata/properties" xmlns:ns3="7c34a598-813f-420e-b236-af83e43e373a" xmlns:ns4="97058c51-c72f-4e17-8c83-a53108498a8d" targetNamespace="http://schemas.microsoft.com/office/2006/metadata/properties" ma:root="true" ma:fieldsID="4ccf70996b506dac89d6cb143000d25a" ns3:_="" ns4:_="">
    <xsd:import namespace="7c34a598-813f-420e-b236-af83e43e373a"/>
    <xsd:import namespace="97058c51-c72f-4e17-8c83-a53108498a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4a598-813f-420e-b236-af83e43e3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58c51-c72f-4e17-8c83-a53108498a8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9BAF01-661F-4A7F-8A05-97ABF9D39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4a598-813f-420e-b236-af83e43e373a"/>
    <ds:schemaRef ds:uri="97058c51-c72f-4e17-8c83-a53108498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F5B333-3F6A-46B3-BC04-C8E8A8AC2E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8838E-CBEA-4E0D-8975-33463D512FD3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97058c51-c72f-4e17-8c83-a53108498a8d"/>
    <ds:schemaRef ds:uri="http://purl.org/dc/terms/"/>
    <ds:schemaRef ds:uri="http://purl.org/dc/dcmitype/"/>
    <ds:schemaRef ds:uri="7c34a598-813f-420e-b236-af83e43e373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209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Scott, Stefan</dc:creator>
  <cp:lastModifiedBy>Scott, Stefan</cp:lastModifiedBy>
  <cp:revision>2</cp:revision>
  <dcterms:created xsi:type="dcterms:W3CDTF">2020-11-03T15:57:20Z</dcterms:created>
  <dcterms:modified xsi:type="dcterms:W3CDTF">2020-11-03T16:33:21Z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0x010100C4FA6F2ABA91154CB6A1447C0C6344A4</vt:lpwstr>
  </property>
</Properties>
</file>