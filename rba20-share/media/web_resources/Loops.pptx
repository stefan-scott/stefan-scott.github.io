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9" r:id="rId5"/>
    <p:sldId id="262" r:id="rId6"/>
    <p:sldId id="263" r:id="rId7"/>
    <p:sldId id="264" r:id="rId8"/>
    <p:sldId id="268" r:id="rId9"/>
    <p:sldId id="270" r:id="rId10"/>
    <p:sldId id="271" r:id="rId11"/>
    <p:sldId id="272" r:id="rId12"/>
    <p:sldId id="269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033" autoAdjust="0"/>
  </p:normalViewPr>
  <p:slideViewPr>
    <p:cSldViewPr snapToGrid="0">
      <p:cViewPr>
        <p:scale>
          <a:sx n="75" d="100"/>
          <a:sy n="75" d="100"/>
        </p:scale>
        <p:origin x="2790" y="1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" userId="881558bf-77e1-4109-9642-244265a79c16" providerId="ADAL" clId="{7C61A2BF-7457-4040-B896-2324A0DF289C}"/>
    <pc:docChg chg="undo custSel addSld delSld modSld sldOrd">
      <pc:chgData name="Stefan" userId="881558bf-77e1-4109-9642-244265a79c16" providerId="ADAL" clId="{7C61A2BF-7457-4040-B896-2324A0DF289C}" dt="2020-11-12T04:46:47.371" v="5639" actId="20577"/>
      <pc:docMkLst>
        <pc:docMk/>
      </pc:docMkLst>
      <pc:sldChg chg="modSp mod">
        <pc:chgData name="Stefan" userId="881558bf-77e1-4109-9642-244265a79c16" providerId="ADAL" clId="{7C61A2BF-7457-4040-B896-2324A0DF289C}" dt="2020-11-11T19:08:43.846" v="14" actId="20577"/>
        <pc:sldMkLst>
          <pc:docMk/>
          <pc:sldMk cId="2946179972" sldId="259"/>
        </pc:sldMkLst>
        <pc:spChg chg="mod">
          <ac:chgData name="Stefan" userId="881558bf-77e1-4109-9642-244265a79c16" providerId="ADAL" clId="{7C61A2BF-7457-4040-B896-2324A0DF289C}" dt="2020-11-11T19:08:43.846" v="14" actId="20577"/>
          <ac:spMkLst>
            <pc:docMk/>
            <pc:sldMk cId="2946179972" sldId="259"/>
            <ac:spMk id="3" creationId="{0AFEB9A6-23FA-47F7-93BC-2883DE0D7D8D}"/>
          </ac:spMkLst>
        </pc:spChg>
      </pc:sldChg>
      <pc:sldChg chg="addSp delSp modSp mod delAnim modAnim">
        <pc:chgData name="Stefan" userId="881558bf-77e1-4109-9642-244265a79c16" providerId="ADAL" clId="{7C61A2BF-7457-4040-B896-2324A0DF289C}" dt="2020-11-11T19:18:17.912" v="565" actId="115"/>
        <pc:sldMkLst>
          <pc:docMk/>
          <pc:sldMk cId="2665764569" sldId="262"/>
        </pc:sldMkLst>
        <pc:spChg chg="mod">
          <ac:chgData name="Stefan" userId="881558bf-77e1-4109-9642-244265a79c16" providerId="ADAL" clId="{7C61A2BF-7457-4040-B896-2324A0DF289C}" dt="2020-11-11T19:14:27.319" v="267"/>
          <ac:spMkLst>
            <pc:docMk/>
            <pc:sldMk cId="2665764569" sldId="262"/>
            <ac:spMk id="3" creationId="{097CCB8C-C38A-4E34-9673-876D462D13AF}"/>
          </ac:spMkLst>
        </pc:spChg>
        <pc:spChg chg="mod">
          <ac:chgData name="Stefan" userId="881558bf-77e1-4109-9642-244265a79c16" providerId="ADAL" clId="{7C61A2BF-7457-4040-B896-2324A0DF289C}" dt="2020-11-11T19:09:05.869" v="34" actId="20577"/>
          <ac:spMkLst>
            <pc:docMk/>
            <pc:sldMk cId="2665764569" sldId="262"/>
            <ac:spMk id="4" creationId="{93240666-4804-45CB-B9DF-AFBE1B316870}"/>
          </ac:spMkLst>
        </pc:spChg>
        <pc:spChg chg="del">
          <ac:chgData name="Stefan" userId="881558bf-77e1-4109-9642-244265a79c16" providerId="ADAL" clId="{7C61A2BF-7457-4040-B896-2324A0DF289C}" dt="2020-11-11T19:11:13.391" v="43" actId="478"/>
          <ac:spMkLst>
            <pc:docMk/>
            <pc:sldMk cId="2665764569" sldId="262"/>
            <ac:spMk id="6" creationId="{E6451A0D-C6D5-45CC-A267-805D98905056}"/>
          </ac:spMkLst>
        </pc:spChg>
        <pc:spChg chg="add del mod">
          <ac:chgData name="Stefan" userId="881558bf-77e1-4109-9642-244265a79c16" providerId="ADAL" clId="{7C61A2BF-7457-4040-B896-2324A0DF289C}" dt="2020-11-11T19:13:53.808" v="250"/>
          <ac:spMkLst>
            <pc:docMk/>
            <pc:sldMk cId="2665764569" sldId="262"/>
            <ac:spMk id="7" creationId="{4C53ABB1-023F-4B9F-9949-C26EAB4BA99A}"/>
          </ac:spMkLst>
        </pc:spChg>
        <pc:spChg chg="add mod">
          <ac:chgData name="Stefan" userId="881558bf-77e1-4109-9642-244265a79c16" providerId="ADAL" clId="{7C61A2BF-7457-4040-B896-2324A0DF289C}" dt="2020-11-11T19:17:20.221" v="540" actId="1076"/>
          <ac:spMkLst>
            <pc:docMk/>
            <pc:sldMk cId="2665764569" sldId="262"/>
            <ac:spMk id="8" creationId="{2EA054FD-0DE7-495C-9827-39A0F922FB59}"/>
          </ac:spMkLst>
        </pc:spChg>
        <pc:spChg chg="add mod">
          <ac:chgData name="Stefan" userId="881558bf-77e1-4109-9642-244265a79c16" providerId="ADAL" clId="{7C61A2BF-7457-4040-B896-2324A0DF289C}" dt="2020-11-11T19:18:17.912" v="565" actId="115"/>
          <ac:spMkLst>
            <pc:docMk/>
            <pc:sldMk cId="2665764569" sldId="262"/>
            <ac:spMk id="10" creationId="{843EE4F1-FCEE-4AC4-AA99-B8C20B3CD3A5}"/>
          </ac:spMkLst>
        </pc:spChg>
        <pc:spChg chg="add mod">
          <ac:chgData name="Stefan" userId="881558bf-77e1-4109-9642-244265a79c16" providerId="ADAL" clId="{7C61A2BF-7457-4040-B896-2324A0DF289C}" dt="2020-11-11T19:15:22.560" v="325" actId="2085"/>
          <ac:spMkLst>
            <pc:docMk/>
            <pc:sldMk cId="2665764569" sldId="262"/>
            <ac:spMk id="11" creationId="{C0462E90-1F3A-4171-BFCD-6EF6D6326633}"/>
          </ac:spMkLst>
        </pc:spChg>
        <pc:spChg chg="add mod">
          <ac:chgData name="Stefan" userId="881558bf-77e1-4109-9642-244265a79c16" providerId="ADAL" clId="{7C61A2BF-7457-4040-B896-2324A0DF289C}" dt="2020-11-11T19:17:16.090" v="539" actId="14100"/>
          <ac:spMkLst>
            <pc:docMk/>
            <pc:sldMk cId="2665764569" sldId="262"/>
            <ac:spMk id="13" creationId="{C662CB13-449D-4398-A73B-DC1CF7DC1CCE}"/>
          </ac:spMkLst>
        </pc:spChg>
        <pc:picChg chg="add mod">
          <ac:chgData name="Stefan" userId="881558bf-77e1-4109-9642-244265a79c16" providerId="ADAL" clId="{7C61A2BF-7457-4040-B896-2324A0DF289C}" dt="2020-11-11T19:11:06.488" v="42" actId="1076"/>
          <ac:picMkLst>
            <pc:docMk/>
            <pc:sldMk cId="2665764569" sldId="262"/>
            <ac:picMk id="2" creationId="{7FEFEEFC-C1AD-4D4A-9185-372BDAA44C3A}"/>
          </ac:picMkLst>
        </pc:picChg>
        <pc:picChg chg="del">
          <ac:chgData name="Stefan" userId="881558bf-77e1-4109-9642-244265a79c16" providerId="ADAL" clId="{7C61A2BF-7457-4040-B896-2324A0DF289C}" dt="2020-11-11T19:10:42.914" v="35" actId="478"/>
          <ac:picMkLst>
            <pc:docMk/>
            <pc:sldMk cId="2665764569" sldId="262"/>
            <ac:picMk id="5" creationId="{11725951-BC85-4E07-BF65-CD8D46507209}"/>
          </ac:picMkLst>
        </pc:picChg>
      </pc:sldChg>
      <pc:sldChg chg="addSp delSp modSp mod modAnim">
        <pc:chgData name="Stefan" userId="881558bf-77e1-4109-9642-244265a79c16" providerId="ADAL" clId="{7C61A2BF-7457-4040-B896-2324A0DF289C}" dt="2020-11-11T19:21:45.236" v="838"/>
        <pc:sldMkLst>
          <pc:docMk/>
          <pc:sldMk cId="2043757886" sldId="263"/>
        </pc:sldMkLst>
        <pc:spChg chg="mod">
          <ac:chgData name="Stefan" userId="881558bf-77e1-4109-9642-244265a79c16" providerId="ADAL" clId="{7C61A2BF-7457-4040-B896-2324A0DF289C}" dt="2020-11-11T19:18:42.849" v="584" actId="6549"/>
          <ac:spMkLst>
            <pc:docMk/>
            <pc:sldMk cId="2043757886" sldId="263"/>
            <ac:spMk id="2" creationId="{CD080D70-9FC9-462D-9471-610B529B739C}"/>
          </ac:spMkLst>
        </pc:spChg>
        <pc:spChg chg="mod">
          <ac:chgData name="Stefan" userId="881558bf-77e1-4109-9642-244265a79c16" providerId="ADAL" clId="{7C61A2BF-7457-4040-B896-2324A0DF289C}" dt="2020-11-11T19:20:18.014" v="726" actId="1076"/>
          <ac:spMkLst>
            <pc:docMk/>
            <pc:sldMk cId="2043757886" sldId="263"/>
            <ac:spMk id="3" creationId="{D8A031F2-AA7A-4D4F-AB00-27D2F4FB60F2}"/>
          </ac:spMkLst>
        </pc:spChg>
        <pc:spChg chg="add mod ord">
          <ac:chgData name="Stefan" userId="881558bf-77e1-4109-9642-244265a79c16" providerId="ADAL" clId="{7C61A2BF-7457-4040-B896-2324A0DF289C}" dt="2020-11-11T19:20:08.378" v="723" actId="167"/>
          <ac:spMkLst>
            <pc:docMk/>
            <pc:sldMk cId="2043757886" sldId="263"/>
            <ac:spMk id="5" creationId="{0BB85AFB-385C-4DD8-9C1B-A187B734653C}"/>
          </ac:spMkLst>
        </pc:spChg>
        <pc:spChg chg="mod">
          <ac:chgData name="Stefan" userId="881558bf-77e1-4109-9642-244265a79c16" providerId="ADAL" clId="{7C61A2BF-7457-4040-B896-2324A0DF289C}" dt="2020-11-11T19:19:34.358" v="705" actId="1076"/>
          <ac:spMkLst>
            <pc:docMk/>
            <pc:sldMk cId="2043757886" sldId="263"/>
            <ac:spMk id="6" creationId="{53CE4575-7B93-4661-AA0B-FCBC994F0B89}"/>
          </ac:spMkLst>
        </pc:spChg>
        <pc:spChg chg="add mod">
          <ac:chgData name="Stefan" userId="881558bf-77e1-4109-9642-244265a79c16" providerId="ADAL" clId="{7C61A2BF-7457-4040-B896-2324A0DF289C}" dt="2020-11-11T19:19:45.103" v="719" actId="14100"/>
          <ac:spMkLst>
            <pc:docMk/>
            <pc:sldMk cId="2043757886" sldId="263"/>
            <ac:spMk id="7" creationId="{9CAA9A84-B33D-4E6F-B635-DF0F004593D6}"/>
          </ac:spMkLst>
        </pc:spChg>
        <pc:spChg chg="add mod">
          <ac:chgData name="Stefan" userId="881558bf-77e1-4109-9642-244265a79c16" providerId="ADAL" clId="{7C61A2BF-7457-4040-B896-2324A0DF289C}" dt="2020-11-11T19:21:27.979" v="837" actId="1076"/>
          <ac:spMkLst>
            <pc:docMk/>
            <pc:sldMk cId="2043757886" sldId="263"/>
            <ac:spMk id="8" creationId="{F24E6927-C880-43A6-A20F-F81089A60A56}"/>
          </ac:spMkLst>
        </pc:spChg>
        <pc:picChg chg="del">
          <ac:chgData name="Stefan" userId="881558bf-77e1-4109-9642-244265a79c16" providerId="ADAL" clId="{7C61A2BF-7457-4040-B896-2324A0DF289C}" dt="2020-11-11T19:18:45.877" v="585" actId="478"/>
          <ac:picMkLst>
            <pc:docMk/>
            <pc:sldMk cId="2043757886" sldId="263"/>
            <ac:picMk id="4" creationId="{F7780BF4-AC3B-4AB6-BE03-EF177953C052}"/>
          </ac:picMkLst>
        </pc:picChg>
      </pc:sldChg>
      <pc:sldChg chg="addSp delSp modSp mod modAnim modNotesTx">
        <pc:chgData name="Stefan" userId="881558bf-77e1-4109-9642-244265a79c16" providerId="ADAL" clId="{7C61A2BF-7457-4040-B896-2324A0DF289C}" dt="2020-11-11T19:43:44.113" v="1915" actId="114"/>
        <pc:sldMkLst>
          <pc:docMk/>
          <pc:sldMk cId="3366082572" sldId="264"/>
        </pc:sldMkLst>
        <pc:spChg chg="mod">
          <ac:chgData name="Stefan" userId="881558bf-77e1-4109-9642-244265a79c16" providerId="ADAL" clId="{7C61A2BF-7457-4040-B896-2324A0DF289C}" dt="2020-11-11T19:36:22.418" v="1184" actId="14100"/>
          <ac:spMkLst>
            <pc:docMk/>
            <pc:sldMk cId="3366082572" sldId="264"/>
            <ac:spMk id="6" creationId="{BFC11ABF-02A2-423D-B962-A46B05E9A06E}"/>
          </ac:spMkLst>
        </pc:spChg>
        <pc:spChg chg="mod">
          <ac:chgData name="Stefan" userId="881558bf-77e1-4109-9642-244265a79c16" providerId="ADAL" clId="{7C61A2BF-7457-4040-B896-2324A0DF289C}" dt="2020-11-11T19:25:01.744" v="920" actId="14100"/>
          <ac:spMkLst>
            <pc:docMk/>
            <pc:sldMk cId="3366082572" sldId="264"/>
            <ac:spMk id="7" creationId="{273B2312-9AE5-41E0-89FE-FB2E76363723}"/>
          </ac:spMkLst>
        </pc:spChg>
        <pc:spChg chg="mod">
          <ac:chgData name="Stefan" userId="881558bf-77e1-4109-9642-244265a79c16" providerId="ADAL" clId="{7C61A2BF-7457-4040-B896-2324A0DF289C}" dt="2020-11-11T19:36:19.755" v="1183" actId="14100"/>
          <ac:spMkLst>
            <pc:docMk/>
            <pc:sldMk cId="3366082572" sldId="264"/>
            <ac:spMk id="8" creationId="{AB76FA4F-CCE7-4FF6-BFC0-6F9310CA07BB}"/>
          </ac:spMkLst>
        </pc:spChg>
        <pc:spChg chg="mod">
          <ac:chgData name="Stefan" userId="881558bf-77e1-4109-9642-244265a79c16" providerId="ADAL" clId="{7C61A2BF-7457-4040-B896-2324A0DF289C}" dt="2020-11-11T19:36:11.517" v="1181" actId="6549"/>
          <ac:spMkLst>
            <pc:docMk/>
            <pc:sldMk cId="3366082572" sldId="264"/>
            <ac:spMk id="9" creationId="{AB7F06F7-DE99-4D84-857C-DC549285E2DA}"/>
          </ac:spMkLst>
        </pc:spChg>
        <pc:spChg chg="mod">
          <ac:chgData name="Stefan" userId="881558bf-77e1-4109-9642-244265a79c16" providerId="ADAL" clId="{7C61A2BF-7457-4040-B896-2324A0DF289C}" dt="2020-11-11T19:37:13.575" v="1241" actId="14100"/>
          <ac:spMkLst>
            <pc:docMk/>
            <pc:sldMk cId="3366082572" sldId="264"/>
            <ac:spMk id="10" creationId="{510FE446-2040-42B0-9A63-27849934D18B}"/>
          </ac:spMkLst>
        </pc:spChg>
        <pc:spChg chg="mod">
          <ac:chgData name="Stefan" userId="881558bf-77e1-4109-9642-244265a79c16" providerId="ADAL" clId="{7C61A2BF-7457-4040-B896-2324A0DF289C}" dt="2020-11-11T19:39:51.180" v="1467" actId="1076"/>
          <ac:spMkLst>
            <pc:docMk/>
            <pc:sldMk cId="3366082572" sldId="264"/>
            <ac:spMk id="11" creationId="{CC10302B-EDAF-46C5-BF24-6F987630FEC6}"/>
          </ac:spMkLst>
        </pc:spChg>
        <pc:spChg chg="mod">
          <ac:chgData name="Stefan" userId="881558bf-77e1-4109-9642-244265a79c16" providerId="ADAL" clId="{7C61A2BF-7457-4040-B896-2324A0DF289C}" dt="2020-11-11T19:38:30.006" v="1254" actId="2085"/>
          <ac:spMkLst>
            <pc:docMk/>
            <pc:sldMk cId="3366082572" sldId="264"/>
            <ac:spMk id="13" creationId="{CA7609C1-2F04-4E16-AD8A-A136E190B15D}"/>
          </ac:spMkLst>
        </pc:spChg>
        <pc:spChg chg="mod">
          <ac:chgData name="Stefan" userId="881558bf-77e1-4109-9642-244265a79c16" providerId="ADAL" clId="{7C61A2BF-7457-4040-B896-2324A0DF289C}" dt="2020-11-11T19:36:59.026" v="1236" actId="1076"/>
          <ac:spMkLst>
            <pc:docMk/>
            <pc:sldMk cId="3366082572" sldId="264"/>
            <ac:spMk id="14" creationId="{082EDC1E-80E9-4589-8A60-64145009E0F0}"/>
          </ac:spMkLst>
        </pc:spChg>
        <pc:spChg chg="mod">
          <ac:chgData name="Stefan" userId="881558bf-77e1-4109-9642-244265a79c16" providerId="ADAL" clId="{7C61A2BF-7457-4040-B896-2324A0DF289C}" dt="2020-11-11T19:37:02.912" v="1237" actId="1076"/>
          <ac:spMkLst>
            <pc:docMk/>
            <pc:sldMk cId="3366082572" sldId="264"/>
            <ac:spMk id="15" creationId="{A35AED18-7725-464E-BE19-ABA0CF1C273E}"/>
          </ac:spMkLst>
        </pc:spChg>
        <pc:picChg chg="add del mod ord">
          <ac:chgData name="Stefan" userId="881558bf-77e1-4109-9642-244265a79c16" providerId="ADAL" clId="{7C61A2BF-7457-4040-B896-2324A0DF289C}" dt="2020-11-11T19:42:14.348" v="1679" actId="478"/>
          <ac:picMkLst>
            <pc:docMk/>
            <pc:sldMk cId="3366082572" sldId="264"/>
            <ac:picMk id="2" creationId="{18C59B42-B71F-4B39-8BBE-3E141A2969E5}"/>
          </ac:picMkLst>
        </pc:picChg>
        <pc:picChg chg="del">
          <ac:chgData name="Stefan" userId="881558bf-77e1-4109-9642-244265a79c16" providerId="ADAL" clId="{7C61A2BF-7457-4040-B896-2324A0DF289C}" dt="2020-11-11T19:24:15.622" v="839" actId="478"/>
          <ac:picMkLst>
            <pc:docMk/>
            <pc:sldMk cId="3366082572" sldId="264"/>
            <ac:picMk id="5" creationId="{F219BC5A-D761-41C9-A68F-59B212EFBFA2}"/>
          </ac:picMkLst>
        </pc:picChg>
        <pc:picChg chg="add del mod ord">
          <ac:chgData name="Stefan" userId="881558bf-77e1-4109-9642-244265a79c16" providerId="ADAL" clId="{7C61A2BF-7457-4040-B896-2324A0DF289C}" dt="2020-11-11T19:42:00.639" v="1673"/>
          <ac:picMkLst>
            <pc:docMk/>
            <pc:sldMk cId="3366082572" sldId="264"/>
            <ac:picMk id="20" creationId="{D1D3DCA2-8B80-425C-9D29-0E8471C58FC5}"/>
          </ac:picMkLst>
        </pc:picChg>
        <pc:picChg chg="add mod ord">
          <ac:chgData name="Stefan" userId="881558bf-77e1-4109-9642-244265a79c16" providerId="ADAL" clId="{7C61A2BF-7457-4040-B896-2324A0DF289C}" dt="2020-11-11T19:42:23.319" v="1682" actId="167"/>
          <ac:picMkLst>
            <pc:docMk/>
            <pc:sldMk cId="3366082572" sldId="264"/>
            <ac:picMk id="21" creationId="{C52C1024-EC8F-48FC-B867-9042E270FAE2}"/>
          </ac:picMkLst>
        </pc:picChg>
        <pc:cxnChg chg="add">
          <ac:chgData name="Stefan" userId="881558bf-77e1-4109-9642-244265a79c16" providerId="ADAL" clId="{7C61A2BF-7457-4040-B896-2324A0DF289C}" dt="2020-11-11T19:37:23.181" v="1242" actId="11529"/>
          <ac:cxnSpMkLst>
            <pc:docMk/>
            <pc:sldMk cId="3366082572" sldId="264"/>
            <ac:cxnSpMk id="4" creationId="{E8BB5D5D-D2DE-4B3E-B5C9-CACAC222D67F}"/>
          </ac:cxnSpMkLst>
        </pc:cxnChg>
        <pc:cxnChg chg="add mod">
          <ac:chgData name="Stefan" userId="881558bf-77e1-4109-9642-244265a79c16" providerId="ADAL" clId="{7C61A2BF-7457-4040-B896-2324A0DF289C}" dt="2020-11-11T19:40:10.012" v="1472" actId="14100"/>
          <ac:cxnSpMkLst>
            <pc:docMk/>
            <pc:sldMk cId="3366082572" sldId="264"/>
            <ac:cxnSpMk id="16" creationId="{49F1F6ED-7542-4C90-9392-CA07AB86C459}"/>
          </ac:cxnSpMkLst>
        </pc:cxnChg>
      </pc:sldChg>
      <pc:sldChg chg="del">
        <pc:chgData name="Stefan" userId="881558bf-77e1-4109-9642-244265a79c16" providerId="ADAL" clId="{7C61A2BF-7457-4040-B896-2324A0DF289C}" dt="2020-11-12T03:43:21.595" v="3972" actId="47"/>
        <pc:sldMkLst>
          <pc:docMk/>
          <pc:sldMk cId="3840032847" sldId="265"/>
        </pc:sldMkLst>
      </pc:sldChg>
      <pc:sldChg chg="del">
        <pc:chgData name="Stefan" userId="881558bf-77e1-4109-9642-244265a79c16" providerId="ADAL" clId="{7C61A2BF-7457-4040-B896-2324A0DF289C}" dt="2020-11-12T03:43:22.446" v="3973" actId="47"/>
        <pc:sldMkLst>
          <pc:docMk/>
          <pc:sldMk cId="1670280438" sldId="266"/>
        </pc:sldMkLst>
      </pc:sldChg>
      <pc:sldChg chg="del">
        <pc:chgData name="Stefan" userId="881558bf-77e1-4109-9642-244265a79c16" providerId="ADAL" clId="{7C61A2BF-7457-4040-B896-2324A0DF289C}" dt="2020-11-12T03:43:23.160" v="3974" actId="47"/>
        <pc:sldMkLst>
          <pc:docMk/>
          <pc:sldMk cId="2968388859" sldId="267"/>
        </pc:sldMkLst>
      </pc:sldChg>
      <pc:sldChg chg="addSp delSp modSp mod ord delAnim modNotesTx">
        <pc:chgData name="Stefan" userId="881558bf-77e1-4109-9642-244265a79c16" providerId="ADAL" clId="{7C61A2BF-7457-4040-B896-2324A0DF289C}" dt="2020-11-11T21:01:57.791" v="3043" actId="207"/>
        <pc:sldMkLst>
          <pc:docMk/>
          <pc:sldMk cId="3392764428" sldId="268"/>
        </pc:sldMkLst>
        <pc:spChg chg="del mod">
          <ac:chgData name="Stefan" userId="881558bf-77e1-4109-9642-244265a79c16" providerId="ADAL" clId="{7C61A2BF-7457-4040-B896-2324A0DF289C}" dt="2020-11-11T19:47:03.413" v="1997" actId="478"/>
          <ac:spMkLst>
            <pc:docMk/>
            <pc:sldMk cId="3392764428" sldId="268"/>
            <ac:spMk id="3" creationId="{D91555E4-5C8B-40E6-802A-25A0E6AF2EAC}"/>
          </ac:spMkLst>
        </pc:spChg>
        <pc:spChg chg="mod">
          <ac:chgData name="Stefan" userId="881558bf-77e1-4109-9642-244265a79c16" providerId="ADAL" clId="{7C61A2BF-7457-4040-B896-2324A0DF289C}" dt="2020-11-11T21:01:48.507" v="3015" actId="20577"/>
          <ac:spMkLst>
            <pc:docMk/>
            <pc:sldMk cId="3392764428" sldId="268"/>
            <ac:spMk id="4" creationId="{573302F7-D3D0-41E5-BC47-F68148F31B8D}"/>
          </ac:spMkLst>
        </pc:spChg>
        <pc:spChg chg="add mod">
          <ac:chgData name="Stefan" userId="881558bf-77e1-4109-9642-244265a79c16" providerId="ADAL" clId="{7C61A2BF-7457-4040-B896-2324A0DF289C}" dt="2020-11-11T19:47:16.071" v="1999" actId="1076"/>
          <ac:spMkLst>
            <pc:docMk/>
            <pc:sldMk cId="3392764428" sldId="268"/>
            <ac:spMk id="9" creationId="{D3C364ED-7194-4294-A582-A1DF50E5D56D}"/>
          </ac:spMkLst>
        </pc:spChg>
        <pc:spChg chg="add del mod">
          <ac:chgData name="Stefan" userId="881558bf-77e1-4109-9642-244265a79c16" providerId="ADAL" clId="{7C61A2BF-7457-4040-B896-2324A0DF289C}" dt="2020-11-11T19:47:07.925" v="1998" actId="478"/>
          <ac:spMkLst>
            <pc:docMk/>
            <pc:sldMk cId="3392764428" sldId="268"/>
            <ac:spMk id="12" creationId="{BFC78751-1E96-433E-A078-874EA56C4726}"/>
          </ac:spMkLst>
        </pc:spChg>
        <pc:spChg chg="add mod ord">
          <ac:chgData name="Stefan" userId="881558bf-77e1-4109-9642-244265a79c16" providerId="ADAL" clId="{7C61A2BF-7457-4040-B896-2324A0DF289C}" dt="2020-11-11T21:01:57.791" v="3043" actId="207"/>
          <ac:spMkLst>
            <pc:docMk/>
            <pc:sldMk cId="3392764428" sldId="268"/>
            <ac:spMk id="14" creationId="{284673DD-2BA7-4F16-9DC7-4BACAA0F7237}"/>
          </ac:spMkLst>
        </pc:spChg>
        <pc:graphicFrameChg chg="add del modGraphic">
          <ac:chgData name="Stefan" userId="881558bf-77e1-4109-9642-244265a79c16" providerId="ADAL" clId="{7C61A2BF-7457-4040-B896-2324A0DF289C}" dt="2020-11-11T19:44:51.602" v="1981" actId="27309"/>
          <ac:graphicFrameMkLst>
            <pc:docMk/>
            <pc:sldMk cId="3392764428" sldId="268"/>
            <ac:graphicFrameMk id="6" creationId="{123383C9-C699-45F0-8FD4-E8B6D9C4A487}"/>
          </ac:graphicFrameMkLst>
        </pc:graphicFrameChg>
        <pc:picChg chg="del">
          <ac:chgData name="Stefan" userId="881558bf-77e1-4109-9642-244265a79c16" providerId="ADAL" clId="{7C61A2BF-7457-4040-B896-2324A0DF289C}" dt="2020-11-11T19:44:49.245" v="1979" actId="478"/>
          <ac:picMkLst>
            <pc:docMk/>
            <pc:sldMk cId="3392764428" sldId="268"/>
            <ac:picMk id="5" creationId="{2DE0DED6-2833-4906-86CC-7D5072A0DB27}"/>
          </ac:picMkLst>
        </pc:picChg>
        <pc:picChg chg="add mod">
          <ac:chgData name="Stefan" userId="881558bf-77e1-4109-9642-244265a79c16" providerId="ADAL" clId="{7C61A2BF-7457-4040-B896-2324A0DF289C}" dt="2020-11-11T19:47:16.071" v="1999" actId="1076"/>
          <ac:picMkLst>
            <pc:docMk/>
            <pc:sldMk cId="3392764428" sldId="268"/>
            <ac:picMk id="8" creationId="{C6E1AA03-F75E-4754-A5FD-3A048E8703CE}"/>
          </ac:picMkLst>
        </pc:picChg>
        <pc:picChg chg="add mod">
          <ac:chgData name="Stefan" userId="881558bf-77e1-4109-9642-244265a79c16" providerId="ADAL" clId="{7C61A2BF-7457-4040-B896-2324A0DF289C}" dt="2020-11-11T19:47:16.071" v="1999" actId="1076"/>
          <ac:picMkLst>
            <pc:docMk/>
            <pc:sldMk cId="3392764428" sldId="268"/>
            <ac:picMk id="10" creationId="{7F39ADA8-4B92-4860-A0F3-07196050387B}"/>
          </ac:picMkLst>
        </pc:picChg>
      </pc:sldChg>
      <pc:sldChg chg="addSp delSp modSp mod ord delAnim modAnim">
        <pc:chgData name="Stefan" userId="881558bf-77e1-4109-9642-244265a79c16" providerId="ADAL" clId="{7C61A2BF-7457-4040-B896-2324A0DF289C}" dt="2020-11-12T03:37:25.491" v="3971"/>
        <pc:sldMkLst>
          <pc:docMk/>
          <pc:sldMk cId="960868655" sldId="269"/>
        </pc:sldMkLst>
        <pc:spChg chg="del mod">
          <ac:chgData name="Stefan" userId="881558bf-77e1-4109-9642-244265a79c16" providerId="ADAL" clId="{7C61A2BF-7457-4040-B896-2324A0DF289C}" dt="2020-11-11T21:25:20.959" v="3364" actId="478"/>
          <ac:spMkLst>
            <pc:docMk/>
            <pc:sldMk cId="960868655" sldId="269"/>
            <ac:spMk id="3" creationId="{05C0CE40-7BF1-41F5-8EDC-9FB54AEB2125}"/>
          </ac:spMkLst>
        </pc:spChg>
        <pc:spChg chg="mod">
          <ac:chgData name="Stefan" userId="881558bf-77e1-4109-9642-244265a79c16" providerId="ADAL" clId="{7C61A2BF-7457-4040-B896-2324A0DF289C}" dt="2020-11-11T21:25:16.019" v="3361" actId="20577"/>
          <ac:spMkLst>
            <pc:docMk/>
            <pc:sldMk cId="960868655" sldId="269"/>
            <ac:spMk id="4" creationId="{2FB7E3E2-1C02-4911-8BFC-4CBF3BB9E906}"/>
          </ac:spMkLst>
        </pc:spChg>
        <pc:spChg chg="del">
          <ac:chgData name="Stefan" userId="881558bf-77e1-4109-9642-244265a79c16" providerId="ADAL" clId="{7C61A2BF-7457-4040-B896-2324A0DF289C}" dt="2020-11-11T21:25:28.669" v="3368" actId="478"/>
          <ac:spMkLst>
            <pc:docMk/>
            <pc:sldMk cId="960868655" sldId="269"/>
            <ac:spMk id="6" creationId="{AC61BD19-2D15-4185-A314-37FCC94C4226}"/>
          </ac:spMkLst>
        </pc:spChg>
        <pc:spChg chg="add mod">
          <ac:chgData name="Stefan" userId="881558bf-77e1-4109-9642-244265a79c16" providerId="ADAL" clId="{7C61A2BF-7457-4040-B896-2324A0DF289C}" dt="2020-11-11T21:26:50.627" v="3572" actId="1076"/>
          <ac:spMkLst>
            <pc:docMk/>
            <pc:sldMk cId="960868655" sldId="269"/>
            <ac:spMk id="7" creationId="{EF968289-BA25-47C2-A0A9-FCDA8C2C62DD}"/>
          </ac:spMkLst>
        </pc:spChg>
        <pc:spChg chg="del">
          <ac:chgData name="Stefan" userId="881558bf-77e1-4109-9642-244265a79c16" providerId="ADAL" clId="{7C61A2BF-7457-4040-B896-2324A0DF289C}" dt="2020-11-11T21:25:28.669" v="3368" actId="478"/>
          <ac:spMkLst>
            <pc:docMk/>
            <pc:sldMk cId="960868655" sldId="269"/>
            <ac:spMk id="8" creationId="{84822AA4-C54B-43AF-85A2-29E7222F1F04}"/>
          </ac:spMkLst>
        </pc:spChg>
        <pc:spChg chg="del">
          <ac:chgData name="Stefan" userId="881558bf-77e1-4109-9642-244265a79c16" providerId="ADAL" clId="{7C61A2BF-7457-4040-B896-2324A0DF289C}" dt="2020-11-11T21:25:26.194" v="3367" actId="478"/>
          <ac:spMkLst>
            <pc:docMk/>
            <pc:sldMk cId="960868655" sldId="269"/>
            <ac:spMk id="9" creationId="{7CEE136D-A364-4C60-9712-4EE47E84421A}"/>
          </ac:spMkLst>
        </pc:spChg>
        <pc:spChg chg="add mod">
          <ac:chgData name="Stefan" userId="881558bf-77e1-4109-9642-244265a79c16" providerId="ADAL" clId="{7C61A2BF-7457-4040-B896-2324A0DF289C}" dt="2020-11-11T21:29:10.847" v="3958" actId="2711"/>
          <ac:spMkLst>
            <pc:docMk/>
            <pc:sldMk cId="960868655" sldId="269"/>
            <ac:spMk id="10" creationId="{B2E89156-9826-4C52-B5D2-8348EEFF9326}"/>
          </ac:spMkLst>
        </pc:spChg>
        <pc:spChg chg="del mod">
          <ac:chgData name="Stefan" userId="881558bf-77e1-4109-9642-244265a79c16" providerId="ADAL" clId="{7C61A2BF-7457-4040-B896-2324A0DF289C}" dt="2020-11-11T21:25:24.667" v="3366" actId="478"/>
          <ac:spMkLst>
            <pc:docMk/>
            <pc:sldMk cId="960868655" sldId="269"/>
            <ac:spMk id="11" creationId="{470D6865-B51E-4557-AF56-00D248089996}"/>
          </ac:spMkLst>
        </pc:spChg>
        <pc:spChg chg="add mod">
          <ac:chgData name="Stefan" userId="881558bf-77e1-4109-9642-244265a79c16" providerId="ADAL" clId="{7C61A2BF-7457-4040-B896-2324A0DF289C}" dt="2020-11-11T21:28:03.014" v="3745" actId="1076"/>
          <ac:spMkLst>
            <pc:docMk/>
            <pc:sldMk cId="960868655" sldId="269"/>
            <ac:spMk id="12" creationId="{F5D33AC8-2943-4924-A042-557557D22A8B}"/>
          </ac:spMkLst>
        </pc:spChg>
        <pc:picChg chg="del">
          <ac:chgData name="Stefan" userId="881558bf-77e1-4109-9642-244265a79c16" providerId="ADAL" clId="{7C61A2BF-7457-4040-B896-2324A0DF289C}" dt="2020-11-11T21:25:19.306" v="3362" actId="478"/>
          <ac:picMkLst>
            <pc:docMk/>
            <pc:sldMk cId="960868655" sldId="269"/>
            <ac:picMk id="5" creationId="{FD67D5CC-DA62-4E04-8E0F-533CB2FFF05A}"/>
          </ac:picMkLst>
        </pc:picChg>
        <pc:picChg chg="add mod">
          <ac:chgData name="Stefan" userId="881558bf-77e1-4109-9642-244265a79c16" providerId="ADAL" clId="{7C61A2BF-7457-4040-B896-2324A0DF289C}" dt="2020-11-12T03:37:09.789" v="3968" actId="1076"/>
          <ac:picMkLst>
            <pc:docMk/>
            <pc:sldMk cId="960868655" sldId="269"/>
            <ac:picMk id="14" creationId="{52F101FD-D464-470D-B764-14496C3CCD4C}"/>
          </ac:picMkLst>
        </pc:picChg>
        <pc:cxnChg chg="del">
          <ac:chgData name="Stefan" userId="881558bf-77e1-4109-9642-244265a79c16" providerId="ADAL" clId="{7C61A2BF-7457-4040-B896-2324A0DF289C}" dt="2020-11-11T21:25:28.669" v="3368" actId="478"/>
          <ac:cxnSpMkLst>
            <pc:docMk/>
            <pc:sldMk cId="960868655" sldId="269"/>
            <ac:cxnSpMk id="25" creationId="{196F461F-61C1-4403-92DF-7527905C876D}"/>
          </ac:cxnSpMkLst>
        </pc:cxnChg>
      </pc:sldChg>
      <pc:sldChg chg="addSp delSp modSp add mod ord modAnim modNotesTx">
        <pc:chgData name="Stefan" userId="881558bf-77e1-4109-9642-244265a79c16" providerId="ADAL" clId="{7C61A2BF-7457-4040-B896-2324A0DF289C}" dt="2020-11-11T20:59:02.260" v="2953" actId="20577"/>
        <pc:sldMkLst>
          <pc:docMk/>
          <pc:sldMk cId="941954115" sldId="270"/>
        </pc:sldMkLst>
        <pc:spChg chg="mod">
          <ac:chgData name="Stefan" userId="881558bf-77e1-4109-9642-244265a79c16" providerId="ADAL" clId="{7C61A2BF-7457-4040-B896-2324A0DF289C}" dt="2020-11-11T20:07:14.838" v="2926" actId="1036"/>
          <ac:spMkLst>
            <pc:docMk/>
            <pc:sldMk cId="941954115" sldId="270"/>
            <ac:spMk id="6" creationId="{BFC11ABF-02A2-423D-B962-A46B05E9A06E}"/>
          </ac:spMkLst>
        </pc:spChg>
        <pc:spChg chg="mod">
          <ac:chgData name="Stefan" userId="881558bf-77e1-4109-9642-244265a79c16" providerId="ADAL" clId="{7C61A2BF-7457-4040-B896-2324A0DF289C}" dt="2020-11-11T19:51:52.269" v="2276" actId="14100"/>
          <ac:spMkLst>
            <pc:docMk/>
            <pc:sldMk cId="941954115" sldId="270"/>
            <ac:spMk id="7" creationId="{273B2312-9AE5-41E0-89FE-FB2E76363723}"/>
          </ac:spMkLst>
        </pc:spChg>
        <pc:spChg chg="mod">
          <ac:chgData name="Stefan" userId="881558bf-77e1-4109-9642-244265a79c16" providerId="ADAL" clId="{7C61A2BF-7457-4040-B896-2324A0DF289C}" dt="2020-11-11T20:07:14.838" v="2926" actId="1036"/>
          <ac:spMkLst>
            <pc:docMk/>
            <pc:sldMk cId="941954115" sldId="270"/>
            <ac:spMk id="8" creationId="{AB76FA4F-CCE7-4FF6-BFC0-6F9310CA07BB}"/>
          </ac:spMkLst>
        </pc:spChg>
        <pc:spChg chg="mod">
          <ac:chgData name="Stefan" userId="881558bf-77e1-4109-9642-244265a79c16" providerId="ADAL" clId="{7C61A2BF-7457-4040-B896-2324A0DF289C}" dt="2020-11-11T20:07:14.838" v="2926" actId="1036"/>
          <ac:spMkLst>
            <pc:docMk/>
            <pc:sldMk cId="941954115" sldId="270"/>
            <ac:spMk id="9" creationId="{AB7F06F7-DE99-4D84-857C-DC549285E2DA}"/>
          </ac:spMkLst>
        </pc:spChg>
        <pc:spChg chg="mod">
          <ac:chgData name="Stefan" userId="881558bf-77e1-4109-9642-244265a79c16" providerId="ADAL" clId="{7C61A2BF-7457-4040-B896-2324A0DF289C}" dt="2020-11-11T20:07:21.403" v="2927" actId="14100"/>
          <ac:spMkLst>
            <pc:docMk/>
            <pc:sldMk cId="941954115" sldId="270"/>
            <ac:spMk id="10" creationId="{510FE446-2040-42B0-9A63-27849934D18B}"/>
          </ac:spMkLst>
        </pc:spChg>
        <pc:spChg chg="mod">
          <ac:chgData name="Stefan" userId="881558bf-77e1-4109-9642-244265a79c16" providerId="ADAL" clId="{7C61A2BF-7457-4040-B896-2324A0DF289C}" dt="2020-11-11T19:52:33.212" v="2287" actId="1076"/>
          <ac:spMkLst>
            <pc:docMk/>
            <pc:sldMk cId="941954115" sldId="270"/>
            <ac:spMk id="11" creationId="{CC10302B-EDAF-46C5-BF24-6F987630FEC6}"/>
          </ac:spMkLst>
        </pc:spChg>
        <pc:spChg chg="mod">
          <ac:chgData name="Stefan" userId="881558bf-77e1-4109-9642-244265a79c16" providerId="ADAL" clId="{7C61A2BF-7457-4040-B896-2324A0DF289C}" dt="2020-11-11T20:07:14.838" v="2926" actId="1036"/>
          <ac:spMkLst>
            <pc:docMk/>
            <pc:sldMk cId="941954115" sldId="270"/>
            <ac:spMk id="13" creationId="{CA7609C1-2F04-4E16-AD8A-A136E190B15D}"/>
          </ac:spMkLst>
        </pc:spChg>
        <pc:spChg chg="mod">
          <ac:chgData name="Stefan" userId="881558bf-77e1-4109-9642-244265a79c16" providerId="ADAL" clId="{7C61A2BF-7457-4040-B896-2324A0DF289C}" dt="2020-11-11T20:07:14.838" v="2926" actId="1036"/>
          <ac:spMkLst>
            <pc:docMk/>
            <pc:sldMk cId="941954115" sldId="270"/>
            <ac:spMk id="15" creationId="{A35AED18-7725-464E-BE19-ABA0CF1C273E}"/>
          </ac:spMkLst>
        </pc:spChg>
        <pc:spChg chg="add mod">
          <ac:chgData name="Stefan" userId="881558bf-77e1-4109-9642-244265a79c16" providerId="ADAL" clId="{7C61A2BF-7457-4040-B896-2324A0DF289C}" dt="2020-11-11T20:07:14.838" v="2926" actId="1036"/>
          <ac:spMkLst>
            <pc:docMk/>
            <pc:sldMk cId="941954115" sldId="270"/>
            <ac:spMk id="18" creationId="{FBF3535F-D619-4345-A47D-45B30F95B86F}"/>
          </ac:spMkLst>
        </pc:spChg>
        <pc:spChg chg="add mod">
          <ac:chgData name="Stefan" userId="881558bf-77e1-4109-9642-244265a79c16" providerId="ADAL" clId="{7C61A2BF-7457-4040-B896-2324A0DF289C}" dt="2020-11-11T20:04:05.173" v="2704" actId="1076"/>
          <ac:spMkLst>
            <pc:docMk/>
            <pc:sldMk cId="941954115" sldId="270"/>
            <ac:spMk id="19" creationId="{35FF83A2-2E8E-4C81-A76F-273B55E09C1B}"/>
          </ac:spMkLst>
        </pc:spChg>
        <pc:spChg chg="add mod">
          <ac:chgData name="Stefan" userId="881558bf-77e1-4109-9642-244265a79c16" providerId="ADAL" clId="{7C61A2BF-7457-4040-B896-2324A0DF289C}" dt="2020-11-11T20:07:14.838" v="2926" actId="1036"/>
          <ac:spMkLst>
            <pc:docMk/>
            <pc:sldMk cId="941954115" sldId="270"/>
            <ac:spMk id="20" creationId="{92D51314-C306-4C9B-A414-CE9770F816E8}"/>
          </ac:spMkLst>
        </pc:spChg>
        <pc:spChg chg="add mod">
          <ac:chgData name="Stefan" userId="881558bf-77e1-4109-9642-244265a79c16" providerId="ADAL" clId="{7C61A2BF-7457-4040-B896-2324A0DF289C}" dt="2020-11-11T20:04:07.756" v="2706" actId="20577"/>
          <ac:spMkLst>
            <pc:docMk/>
            <pc:sldMk cId="941954115" sldId="270"/>
            <ac:spMk id="22" creationId="{D49872A4-EC8B-49BA-93AD-7C2EC9EFE055}"/>
          </ac:spMkLst>
        </pc:spChg>
        <pc:spChg chg="add mod">
          <ac:chgData name="Stefan" userId="881558bf-77e1-4109-9642-244265a79c16" providerId="ADAL" clId="{7C61A2BF-7457-4040-B896-2324A0DF289C}" dt="2020-11-11T20:07:27.426" v="2928" actId="14100"/>
          <ac:spMkLst>
            <pc:docMk/>
            <pc:sldMk cId="941954115" sldId="270"/>
            <ac:spMk id="23" creationId="{3D4199BF-EB82-4E1C-B96D-589E0E16DE5E}"/>
          </ac:spMkLst>
        </pc:spChg>
        <pc:spChg chg="add mod">
          <ac:chgData name="Stefan" userId="881558bf-77e1-4109-9642-244265a79c16" providerId="ADAL" clId="{7C61A2BF-7457-4040-B896-2324A0DF289C}" dt="2020-11-11T20:07:30.864" v="2929" actId="1076"/>
          <ac:spMkLst>
            <pc:docMk/>
            <pc:sldMk cId="941954115" sldId="270"/>
            <ac:spMk id="24" creationId="{8DC10C49-9CDB-41A3-B827-6B61BA7D2DA9}"/>
          </ac:spMkLst>
        </pc:spChg>
        <pc:picChg chg="add mod ord">
          <ac:chgData name="Stefan" userId="881558bf-77e1-4109-9642-244265a79c16" providerId="ADAL" clId="{7C61A2BF-7457-4040-B896-2324A0DF289C}" dt="2020-11-11T20:07:14.838" v="2926" actId="1036"/>
          <ac:picMkLst>
            <pc:docMk/>
            <pc:sldMk cId="941954115" sldId="270"/>
            <ac:picMk id="2" creationId="{5F39C6EB-C425-480D-BE04-198E2AFF5FE9}"/>
          </ac:picMkLst>
        </pc:picChg>
        <pc:picChg chg="del">
          <ac:chgData name="Stefan" userId="881558bf-77e1-4109-9642-244265a79c16" providerId="ADAL" clId="{7C61A2BF-7457-4040-B896-2324A0DF289C}" dt="2020-11-11T19:50:43.005" v="2266" actId="478"/>
          <ac:picMkLst>
            <pc:docMk/>
            <pc:sldMk cId="941954115" sldId="270"/>
            <ac:picMk id="21" creationId="{C52C1024-EC8F-48FC-B867-9042E270FAE2}"/>
          </ac:picMkLst>
        </pc:picChg>
        <pc:cxnChg chg="mod">
          <ac:chgData name="Stefan" userId="881558bf-77e1-4109-9642-244265a79c16" providerId="ADAL" clId="{7C61A2BF-7457-4040-B896-2324A0DF289C}" dt="2020-11-11T19:52:15.233" v="2281" actId="14100"/>
          <ac:cxnSpMkLst>
            <pc:docMk/>
            <pc:sldMk cId="941954115" sldId="270"/>
            <ac:cxnSpMk id="4" creationId="{E8BB5D5D-D2DE-4B3E-B5C9-CACAC222D67F}"/>
          </ac:cxnSpMkLst>
        </pc:cxnChg>
        <pc:cxnChg chg="mod">
          <ac:chgData name="Stefan" userId="881558bf-77e1-4109-9642-244265a79c16" providerId="ADAL" clId="{7C61A2BF-7457-4040-B896-2324A0DF289C}" dt="2020-11-11T19:52:26.062" v="2285" actId="14100"/>
          <ac:cxnSpMkLst>
            <pc:docMk/>
            <pc:sldMk cId="941954115" sldId="270"/>
            <ac:cxnSpMk id="16" creationId="{49F1F6ED-7542-4C90-9392-CA07AB86C459}"/>
          </ac:cxnSpMkLst>
        </pc:cxnChg>
      </pc:sldChg>
      <pc:sldChg chg="addSp delSp modSp add mod ord modNotesTx">
        <pc:chgData name="Stefan" userId="881558bf-77e1-4109-9642-244265a79c16" providerId="ADAL" clId="{7C61A2BF-7457-4040-B896-2324A0DF289C}" dt="2020-11-11T21:02:15.909" v="3048" actId="20577"/>
        <pc:sldMkLst>
          <pc:docMk/>
          <pc:sldMk cId="3657763065" sldId="271"/>
        </pc:sldMkLst>
        <pc:spChg chg="add ord">
          <ac:chgData name="Stefan" userId="881558bf-77e1-4109-9642-244265a79c16" providerId="ADAL" clId="{7C61A2BF-7457-4040-B896-2324A0DF289C}" dt="2020-11-11T21:02:08.698" v="3045" actId="167"/>
          <ac:spMkLst>
            <pc:docMk/>
            <pc:sldMk cId="3657763065" sldId="271"/>
            <ac:spMk id="3" creationId="{57D3063F-6936-4F86-9C9F-61B5716B356A}"/>
          </ac:spMkLst>
        </pc:spChg>
        <pc:spChg chg="mod">
          <ac:chgData name="Stefan" userId="881558bf-77e1-4109-9642-244265a79c16" providerId="ADAL" clId="{7C61A2BF-7457-4040-B896-2324A0DF289C}" dt="2020-11-11T21:02:15.909" v="3048" actId="20577"/>
          <ac:spMkLst>
            <pc:docMk/>
            <pc:sldMk cId="3657763065" sldId="271"/>
            <ac:spMk id="4" creationId="{573302F7-D3D0-41E5-BC47-F68148F31B8D}"/>
          </ac:spMkLst>
        </pc:spChg>
        <pc:picChg chg="add mod">
          <ac:chgData name="Stefan" userId="881558bf-77e1-4109-9642-244265a79c16" providerId="ADAL" clId="{7C61A2BF-7457-4040-B896-2324A0DF289C}" dt="2020-11-11T21:00:45.190" v="2966" actId="692"/>
          <ac:picMkLst>
            <pc:docMk/>
            <pc:sldMk cId="3657763065" sldId="271"/>
            <ac:picMk id="2" creationId="{DC860D25-DDD3-457E-AD11-197CCADA3F3B}"/>
          </ac:picMkLst>
        </pc:picChg>
        <pc:picChg chg="del">
          <ac:chgData name="Stefan" userId="881558bf-77e1-4109-9642-244265a79c16" providerId="ADAL" clId="{7C61A2BF-7457-4040-B896-2324A0DF289C}" dt="2020-11-11T21:00:37.739" v="2962" actId="478"/>
          <ac:picMkLst>
            <pc:docMk/>
            <pc:sldMk cId="3657763065" sldId="271"/>
            <ac:picMk id="10" creationId="{7F39ADA8-4B92-4860-A0F3-07196050387B}"/>
          </ac:picMkLst>
        </pc:picChg>
      </pc:sldChg>
      <pc:sldChg chg="addSp delSp modSp add mod ord modAnim">
        <pc:chgData name="Stefan" userId="881558bf-77e1-4109-9642-244265a79c16" providerId="ADAL" clId="{7C61A2BF-7457-4040-B896-2324A0DF289C}" dt="2020-11-11T21:04:54.739" v="3285" actId="1038"/>
        <pc:sldMkLst>
          <pc:docMk/>
          <pc:sldMk cId="2226795165" sldId="272"/>
        </pc:sldMkLst>
        <pc:spChg chg="add ord">
          <ac:chgData name="Stefan" userId="881558bf-77e1-4109-9642-244265a79c16" providerId="ADAL" clId="{7C61A2BF-7457-4040-B896-2324A0DF289C}" dt="2020-11-11T21:02:25.017" v="3050" actId="167"/>
          <ac:spMkLst>
            <pc:docMk/>
            <pc:sldMk cId="2226795165" sldId="272"/>
            <ac:spMk id="2" creationId="{520D041A-F3F2-4671-A796-767A0A0DB378}"/>
          </ac:spMkLst>
        </pc:spChg>
        <pc:spChg chg="mod">
          <ac:chgData name="Stefan" userId="881558bf-77e1-4109-9642-244265a79c16" providerId="ADAL" clId="{7C61A2BF-7457-4040-B896-2324A0DF289C}" dt="2020-11-11T21:02:29.905" v="3052" actId="20577"/>
          <ac:spMkLst>
            <pc:docMk/>
            <pc:sldMk cId="2226795165" sldId="272"/>
            <ac:spMk id="4" creationId="{573302F7-D3D0-41E5-BC47-F68148F31B8D}"/>
          </ac:spMkLst>
        </pc:spChg>
        <pc:spChg chg="del">
          <ac:chgData name="Stefan" userId="881558bf-77e1-4109-9642-244265a79c16" providerId="ADAL" clId="{7C61A2BF-7457-4040-B896-2324A0DF289C}" dt="2020-11-11T21:02:41.995" v="3056" actId="478"/>
          <ac:spMkLst>
            <pc:docMk/>
            <pc:sldMk cId="2226795165" sldId="272"/>
            <ac:spMk id="9" creationId="{D3C364ED-7194-4294-A582-A1DF50E5D56D}"/>
          </ac:spMkLst>
        </pc:spChg>
        <pc:spChg chg="add mod">
          <ac:chgData name="Stefan" userId="881558bf-77e1-4109-9642-244265a79c16" providerId="ADAL" clId="{7C61A2BF-7457-4040-B896-2324A0DF289C}" dt="2020-11-11T21:04:54.739" v="3285" actId="1038"/>
          <ac:spMkLst>
            <pc:docMk/>
            <pc:sldMk cId="2226795165" sldId="272"/>
            <ac:spMk id="12" creationId="{6DBFB35B-1879-449F-BF0A-E49A58C79960}"/>
          </ac:spMkLst>
        </pc:spChg>
        <pc:spChg chg="add mod">
          <ac:chgData name="Stefan" userId="881558bf-77e1-4109-9642-244265a79c16" providerId="ADAL" clId="{7C61A2BF-7457-4040-B896-2324A0DF289C}" dt="2020-11-11T21:04:54.739" v="3285" actId="1038"/>
          <ac:spMkLst>
            <pc:docMk/>
            <pc:sldMk cId="2226795165" sldId="272"/>
            <ac:spMk id="13" creationId="{26B0CB8A-E14A-4B03-AF0C-25CE2210D298}"/>
          </ac:spMkLst>
        </pc:spChg>
        <pc:picChg chg="add mod">
          <ac:chgData name="Stefan" userId="881558bf-77e1-4109-9642-244265a79c16" providerId="ADAL" clId="{7C61A2BF-7457-4040-B896-2324A0DF289C}" dt="2020-11-11T21:02:51.519" v="3058" actId="1076"/>
          <ac:picMkLst>
            <pc:docMk/>
            <pc:sldMk cId="2226795165" sldId="272"/>
            <ac:picMk id="3" creationId="{0E269268-2DEE-457E-A111-523B37BF5DBA}"/>
          </ac:picMkLst>
        </pc:picChg>
        <pc:picChg chg="del">
          <ac:chgData name="Stefan" userId="881558bf-77e1-4109-9642-244265a79c16" providerId="ADAL" clId="{7C61A2BF-7457-4040-B896-2324A0DF289C}" dt="2020-11-11T21:02:35.523" v="3053" actId="478"/>
          <ac:picMkLst>
            <pc:docMk/>
            <pc:sldMk cId="2226795165" sldId="272"/>
            <ac:picMk id="8" creationId="{C6E1AA03-F75E-4754-A5FD-3A048E8703CE}"/>
          </ac:picMkLst>
        </pc:picChg>
        <pc:picChg chg="mod">
          <ac:chgData name="Stefan" userId="881558bf-77e1-4109-9642-244265a79c16" providerId="ADAL" clId="{7C61A2BF-7457-4040-B896-2324A0DF289C}" dt="2020-11-11T21:02:40.588" v="3055" actId="1076"/>
          <ac:picMkLst>
            <pc:docMk/>
            <pc:sldMk cId="2226795165" sldId="272"/>
            <ac:picMk id="10" creationId="{7F39ADA8-4B92-4860-A0F3-07196050387B}"/>
          </ac:picMkLst>
        </pc:picChg>
      </pc:sldChg>
      <pc:sldChg chg="addSp delSp modSp new mod modNotesTx">
        <pc:chgData name="Stefan" userId="881558bf-77e1-4109-9642-244265a79c16" providerId="ADAL" clId="{7C61A2BF-7457-4040-B896-2324A0DF289C}" dt="2020-11-12T04:24:54.253" v="4936" actId="1076"/>
        <pc:sldMkLst>
          <pc:docMk/>
          <pc:sldMk cId="1064486378" sldId="273"/>
        </pc:sldMkLst>
        <pc:spChg chg="mod">
          <ac:chgData name="Stefan" userId="881558bf-77e1-4109-9642-244265a79c16" providerId="ADAL" clId="{7C61A2BF-7457-4040-B896-2324A0DF289C}" dt="2020-11-12T04:24:51.125" v="4935" actId="113"/>
          <ac:spMkLst>
            <pc:docMk/>
            <pc:sldMk cId="1064486378" sldId="273"/>
            <ac:spMk id="2" creationId="{409F9A63-A8E4-4CF9-9B9D-BAEF929CD622}"/>
          </ac:spMkLst>
        </pc:spChg>
        <pc:spChg chg="del">
          <ac:chgData name="Stefan" userId="881558bf-77e1-4109-9642-244265a79c16" providerId="ADAL" clId="{7C61A2BF-7457-4040-B896-2324A0DF289C}" dt="2020-11-12T04:08:51.242" v="3976" actId="478"/>
          <ac:spMkLst>
            <pc:docMk/>
            <pc:sldMk cId="1064486378" sldId="273"/>
            <ac:spMk id="3" creationId="{939AD6E5-EDA8-4FB4-A412-75399B540BE8}"/>
          </ac:spMkLst>
        </pc:spChg>
        <pc:spChg chg="add mod">
          <ac:chgData name="Stefan" userId="881558bf-77e1-4109-9642-244265a79c16" providerId="ADAL" clId="{7C61A2BF-7457-4040-B896-2324A0DF289C}" dt="2020-11-12T04:24:54.253" v="4936" actId="1076"/>
          <ac:spMkLst>
            <pc:docMk/>
            <pc:sldMk cId="1064486378" sldId="273"/>
            <ac:spMk id="5" creationId="{ED4E8524-0D8D-453E-B0A2-F2BDA9E59C82}"/>
          </ac:spMkLst>
        </pc:spChg>
        <pc:spChg chg="add del mod">
          <ac:chgData name="Stefan" userId="881558bf-77e1-4109-9642-244265a79c16" providerId="ADAL" clId="{7C61A2BF-7457-4040-B896-2324A0DF289C}" dt="2020-11-12T04:24:49.678" v="4933"/>
          <ac:spMkLst>
            <pc:docMk/>
            <pc:sldMk cId="1064486378" sldId="273"/>
            <ac:spMk id="6" creationId="{522BCE86-13D4-4037-8ED3-BB3DFDEC61C8}"/>
          </ac:spMkLst>
        </pc:spChg>
        <pc:picChg chg="add mod modCrop">
          <ac:chgData name="Stefan" userId="881558bf-77e1-4109-9642-244265a79c16" providerId="ADAL" clId="{7C61A2BF-7457-4040-B896-2324A0DF289C}" dt="2020-11-12T04:14:24.751" v="3988" actId="732"/>
          <ac:picMkLst>
            <pc:docMk/>
            <pc:sldMk cId="1064486378" sldId="273"/>
            <ac:picMk id="4" creationId="{6A8BDA82-8BB3-4E8D-96C8-134F28D8A6DB}"/>
          </ac:picMkLst>
        </pc:picChg>
      </pc:sldChg>
      <pc:sldChg chg="addSp delSp modSp add mod modNotesTx">
        <pc:chgData name="Stefan" userId="881558bf-77e1-4109-9642-244265a79c16" providerId="ADAL" clId="{7C61A2BF-7457-4040-B896-2324A0DF289C}" dt="2020-11-12T04:46:47.371" v="5639" actId="20577"/>
        <pc:sldMkLst>
          <pc:docMk/>
          <pc:sldMk cId="2987917056" sldId="274"/>
        </pc:sldMkLst>
        <pc:spChg chg="mod">
          <ac:chgData name="Stefan" userId="881558bf-77e1-4109-9642-244265a79c16" providerId="ADAL" clId="{7C61A2BF-7457-4040-B896-2324A0DF289C}" dt="2020-11-12T04:35:12.312" v="4939" actId="1076"/>
          <ac:spMkLst>
            <pc:docMk/>
            <pc:sldMk cId="2987917056" sldId="274"/>
            <ac:spMk id="2" creationId="{409F9A63-A8E4-4CF9-9B9D-BAEF929CD622}"/>
          </ac:spMkLst>
        </pc:spChg>
        <pc:spChg chg="mod">
          <ac:chgData name="Stefan" userId="881558bf-77e1-4109-9642-244265a79c16" providerId="ADAL" clId="{7C61A2BF-7457-4040-B896-2324A0DF289C}" dt="2020-11-12T04:35:20.714" v="4973" actId="20577"/>
          <ac:spMkLst>
            <pc:docMk/>
            <pc:sldMk cId="2987917056" sldId="274"/>
            <ac:spMk id="5" creationId="{ED4E8524-0D8D-453E-B0A2-F2BDA9E59C82}"/>
          </ac:spMkLst>
        </pc:spChg>
        <pc:picChg chg="add mod modCrop">
          <ac:chgData name="Stefan" userId="881558bf-77e1-4109-9642-244265a79c16" providerId="ADAL" clId="{7C61A2BF-7457-4040-B896-2324A0DF289C}" dt="2020-11-12T04:36:32.057" v="5011" actId="732"/>
          <ac:picMkLst>
            <pc:docMk/>
            <pc:sldMk cId="2987917056" sldId="274"/>
            <ac:picMk id="3" creationId="{50800F98-11D4-4770-BB71-5DF61DAFB8A7}"/>
          </ac:picMkLst>
        </pc:picChg>
        <pc:picChg chg="del">
          <ac:chgData name="Stefan" userId="881558bf-77e1-4109-9642-244265a79c16" providerId="ADAL" clId="{7C61A2BF-7457-4040-B896-2324A0DF289C}" dt="2020-11-12T04:36:07.922" v="4992" actId="478"/>
          <ac:picMkLst>
            <pc:docMk/>
            <pc:sldMk cId="2987917056" sldId="274"/>
            <ac:picMk id="4" creationId="{6A8BDA82-8BB3-4E8D-96C8-134F28D8A6DB}"/>
          </ac:picMkLst>
        </pc:picChg>
      </pc:sldChg>
    </pc:docChg>
  </pc:docChgLst>
  <pc:docChgLst>
    <pc:chgData name="Scott, Stefan" userId="881558bf-77e1-4109-9642-244265a79c16" providerId="ADAL" clId="{75C7BD07-7581-435C-B6D2-73515BEA01EA}"/>
    <pc:docChg chg="undo custSel addSld modSld">
      <pc:chgData name="Scott, Stefan" userId="881558bf-77e1-4109-9642-244265a79c16" providerId="ADAL" clId="{75C7BD07-7581-435C-B6D2-73515BEA01EA}" dt="2020-11-06T15:39:07.890" v="1171" actId="692"/>
      <pc:docMkLst>
        <pc:docMk/>
      </pc:docMkLst>
      <pc:sldChg chg="addSp delSp modSp delAnim">
        <pc:chgData name="Scott, Stefan" userId="881558bf-77e1-4109-9642-244265a79c16" providerId="ADAL" clId="{75C7BD07-7581-435C-B6D2-73515BEA01EA}" dt="2020-11-06T15:39:07.890" v="1171" actId="692"/>
        <pc:sldMkLst>
          <pc:docMk/>
          <pc:sldMk cId="2968388859" sldId="267"/>
        </pc:sldMkLst>
        <pc:picChg chg="add mod">
          <ac:chgData name="Scott, Stefan" userId="881558bf-77e1-4109-9642-244265a79c16" providerId="ADAL" clId="{75C7BD07-7581-435C-B6D2-73515BEA01EA}" dt="2020-11-06T15:39:07.890" v="1171" actId="692"/>
          <ac:picMkLst>
            <pc:docMk/>
            <pc:sldMk cId="2968388859" sldId="267"/>
            <ac:picMk id="2" creationId="{267CD055-6AE6-4BA8-9C2E-FE6D9FDD3560}"/>
          </ac:picMkLst>
        </pc:picChg>
        <pc:picChg chg="del">
          <ac:chgData name="Scott, Stefan" userId="881558bf-77e1-4109-9642-244265a79c16" providerId="ADAL" clId="{75C7BD07-7581-435C-B6D2-73515BEA01EA}" dt="2020-11-06T15:38:43.196" v="1163" actId="478"/>
          <ac:picMkLst>
            <pc:docMk/>
            <pc:sldMk cId="2968388859" sldId="267"/>
            <ac:picMk id="5" creationId="{99E10F43-E29E-47E8-9467-C93692D4A539}"/>
          </ac:picMkLst>
        </pc:picChg>
      </pc:sldChg>
      <pc:sldChg chg="addSp delSp modSp add modAnim modNotesTx">
        <pc:chgData name="Scott, Stefan" userId="881558bf-77e1-4109-9642-244265a79c16" providerId="ADAL" clId="{75C7BD07-7581-435C-B6D2-73515BEA01EA}" dt="2020-11-06T15:23:45.975" v="491" actId="5793"/>
        <pc:sldMkLst>
          <pc:docMk/>
          <pc:sldMk cId="3392764428" sldId="268"/>
        </pc:sldMkLst>
        <pc:spChg chg="del">
          <ac:chgData name="Scott, Stefan" userId="881558bf-77e1-4109-9642-244265a79c16" providerId="ADAL" clId="{75C7BD07-7581-435C-B6D2-73515BEA01EA}" dt="2020-11-06T15:18:13.420" v="1" actId="478"/>
          <ac:spMkLst>
            <pc:docMk/>
            <pc:sldMk cId="3392764428" sldId="268"/>
            <ac:spMk id="2" creationId="{01351DEE-3773-4D1D-96A0-6F51CCF1BD18}"/>
          </ac:spMkLst>
        </pc:spChg>
        <pc:spChg chg="mod">
          <ac:chgData name="Scott, Stefan" userId="881558bf-77e1-4109-9642-244265a79c16" providerId="ADAL" clId="{75C7BD07-7581-435C-B6D2-73515BEA01EA}" dt="2020-11-06T15:22:46.017" v="338" actId="1076"/>
          <ac:spMkLst>
            <pc:docMk/>
            <pc:sldMk cId="3392764428" sldId="268"/>
            <ac:spMk id="3" creationId="{D91555E4-5C8B-40E6-802A-25A0E6AF2EAC}"/>
          </ac:spMkLst>
        </pc:spChg>
        <pc:spChg chg="add mod">
          <ac:chgData name="Scott, Stefan" userId="881558bf-77e1-4109-9642-244265a79c16" providerId="ADAL" clId="{75C7BD07-7581-435C-B6D2-73515BEA01EA}" dt="2020-11-06T15:18:17.019" v="9" actId="20577"/>
          <ac:spMkLst>
            <pc:docMk/>
            <pc:sldMk cId="3392764428" sldId="268"/>
            <ac:spMk id="4" creationId="{573302F7-D3D0-41E5-BC47-F68148F31B8D}"/>
          </ac:spMkLst>
        </pc:spChg>
        <pc:picChg chg="add mod">
          <ac:chgData name="Scott, Stefan" userId="881558bf-77e1-4109-9642-244265a79c16" providerId="ADAL" clId="{75C7BD07-7581-435C-B6D2-73515BEA01EA}" dt="2020-11-06T15:19:57.165" v="13" actId="14100"/>
          <ac:picMkLst>
            <pc:docMk/>
            <pc:sldMk cId="3392764428" sldId="268"/>
            <ac:picMk id="5" creationId="{2DE0DED6-2833-4906-86CC-7D5072A0DB27}"/>
          </ac:picMkLst>
        </pc:picChg>
      </pc:sldChg>
      <pc:sldChg chg="addSp delSp modSp add modAnim">
        <pc:chgData name="Scott, Stefan" userId="881558bf-77e1-4109-9642-244265a79c16" providerId="ADAL" clId="{75C7BD07-7581-435C-B6D2-73515BEA01EA}" dt="2020-11-06T15:37:11.970" v="1162"/>
        <pc:sldMkLst>
          <pc:docMk/>
          <pc:sldMk cId="960868655" sldId="269"/>
        </pc:sldMkLst>
        <pc:spChg chg="del mod">
          <ac:chgData name="Scott, Stefan" userId="881558bf-77e1-4109-9642-244265a79c16" providerId="ADAL" clId="{75C7BD07-7581-435C-B6D2-73515BEA01EA}" dt="2020-11-06T15:25:11.181" v="518" actId="478"/>
          <ac:spMkLst>
            <pc:docMk/>
            <pc:sldMk cId="960868655" sldId="269"/>
            <ac:spMk id="2" creationId="{9FEFA04E-4369-4E19-84CE-802E4DB6970F}"/>
          </ac:spMkLst>
        </pc:spChg>
        <pc:spChg chg="mod ord">
          <ac:chgData name="Scott, Stefan" userId="881558bf-77e1-4109-9642-244265a79c16" providerId="ADAL" clId="{75C7BD07-7581-435C-B6D2-73515BEA01EA}" dt="2020-11-06T15:32:00.384" v="918" actId="20577"/>
          <ac:spMkLst>
            <pc:docMk/>
            <pc:sldMk cId="960868655" sldId="269"/>
            <ac:spMk id="3" creationId="{05C0CE40-7BF1-41F5-8EDC-9FB54AEB2125}"/>
          </ac:spMkLst>
        </pc:spChg>
        <pc:spChg chg="add mod">
          <ac:chgData name="Scott, Stefan" userId="881558bf-77e1-4109-9642-244265a79c16" providerId="ADAL" clId="{75C7BD07-7581-435C-B6D2-73515BEA01EA}" dt="2020-11-06T15:25:07.022" v="516" actId="113"/>
          <ac:spMkLst>
            <pc:docMk/>
            <pc:sldMk cId="960868655" sldId="269"/>
            <ac:spMk id="4" creationId="{2FB7E3E2-1C02-4911-8BFC-4CBF3BB9E906}"/>
          </ac:spMkLst>
        </pc:spChg>
        <pc:spChg chg="add mod">
          <ac:chgData name="Scott, Stefan" userId="881558bf-77e1-4109-9642-244265a79c16" providerId="ADAL" clId="{75C7BD07-7581-435C-B6D2-73515BEA01EA}" dt="2020-11-06T15:28:51.798" v="531" actId="14100"/>
          <ac:spMkLst>
            <pc:docMk/>
            <pc:sldMk cId="960868655" sldId="269"/>
            <ac:spMk id="6" creationId="{AC61BD19-2D15-4185-A314-37FCC94C4226}"/>
          </ac:spMkLst>
        </pc:spChg>
        <pc:spChg chg="add del mod">
          <ac:chgData name="Scott, Stefan" userId="881558bf-77e1-4109-9642-244265a79c16" providerId="ADAL" clId="{75C7BD07-7581-435C-B6D2-73515BEA01EA}" dt="2020-11-06T15:30:53.793" v="759" actId="478"/>
          <ac:spMkLst>
            <pc:docMk/>
            <pc:sldMk cId="960868655" sldId="269"/>
            <ac:spMk id="7" creationId="{3F4050C6-49FF-46A7-A781-DE529FC461A6}"/>
          </ac:spMkLst>
        </pc:spChg>
        <pc:spChg chg="add mod">
          <ac:chgData name="Scott, Stefan" userId="881558bf-77e1-4109-9642-244265a79c16" providerId="ADAL" clId="{75C7BD07-7581-435C-B6D2-73515BEA01EA}" dt="2020-11-06T15:32:11.761" v="920" actId="14100"/>
          <ac:spMkLst>
            <pc:docMk/>
            <pc:sldMk cId="960868655" sldId="269"/>
            <ac:spMk id="8" creationId="{84822AA4-C54B-43AF-85A2-29E7222F1F04}"/>
          </ac:spMkLst>
        </pc:spChg>
        <pc:spChg chg="add mod">
          <ac:chgData name="Scott, Stefan" userId="881558bf-77e1-4109-9642-244265a79c16" providerId="ADAL" clId="{75C7BD07-7581-435C-B6D2-73515BEA01EA}" dt="2020-11-06T15:32:22.337" v="922" actId="1076"/>
          <ac:spMkLst>
            <pc:docMk/>
            <pc:sldMk cId="960868655" sldId="269"/>
            <ac:spMk id="9" creationId="{7CEE136D-A364-4C60-9712-4EE47E84421A}"/>
          </ac:spMkLst>
        </pc:spChg>
        <pc:spChg chg="add del">
          <ac:chgData name="Scott, Stefan" userId="881558bf-77e1-4109-9642-244265a79c16" providerId="ADAL" clId="{75C7BD07-7581-435C-B6D2-73515BEA01EA}" dt="2020-11-06T15:32:35.864" v="926"/>
          <ac:spMkLst>
            <pc:docMk/>
            <pc:sldMk cId="960868655" sldId="269"/>
            <ac:spMk id="10" creationId="{10848314-1D6C-411C-8FC9-BD8EB8ACD7B6}"/>
          </ac:spMkLst>
        </pc:spChg>
        <pc:spChg chg="add mod">
          <ac:chgData name="Scott, Stefan" userId="881558bf-77e1-4109-9642-244265a79c16" providerId="ADAL" clId="{75C7BD07-7581-435C-B6D2-73515BEA01EA}" dt="2020-11-06T15:36:54.054" v="1160" actId="207"/>
          <ac:spMkLst>
            <pc:docMk/>
            <pc:sldMk cId="960868655" sldId="269"/>
            <ac:spMk id="11" creationId="{470D6865-B51E-4557-AF56-00D248089996}"/>
          </ac:spMkLst>
        </pc:spChg>
        <pc:spChg chg="add del mod">
          <ac:chgData name="Scott, Stefan" userId="881558bf-77e1-4109-9642-244265a79c16" providerId="ADAL" clId="{75C7BD07-7581-435C-B6D2-73515BEA01EA}" dt="2020-11-06T15:35:30.453" v="1152" actId="11529"/>
          <ac:spMkLst>
            <pc:docMk/>
            <pc:sldMk cId="960868655" sldId="269"/>
            <ac:spMk id="21" creationId="{6CA4B3A5-6120-4796-B71F-90286DF5DC28}"/>
          </ac:spMkLst>
        </pc:spChg>
        <pc:picChg chg="add mod">
          <ac:chgData name="Scott, Stefan" userId="881558bf-77e1-4109-9642-244265a79c16" providerId="ADAL" clId="{75C7BD07-7581-435C-B6D2-73515BEA01EA}" dt="2020-11-06T15:29:51.745" v="738" actId="1076"/>
          <ac:picMkLst>
            <pc:docMk/>
            <pc:sldMk cId="960868655" sldId="269"/>
            <ac:picMk id="5" creationId="{FD67D5CC-DA62-4E04-8E0F-533CB2FFF05A}"/>
          </ac:picMkLst>
        </pc:picChg>
        <pc:cxnChg chg="add del mod">
          <ac:chgData name="Scott, Stefan" userId="881558bf-77e1-4109-9642-244265a79c16" providerId="ADAL" clId="{75C7BD07-7581-435C-B6D2-73515BEA01EA}" dt="2020-11-06T15:35:11.428" v="1150" actId="478"/>
          <ac:cxnSpMkLst>
            <pc:docMk/>
            <pc:sldMk cId="960868655" sldId="269"/>
            <ac:cxnSpMk id="13" creationId="{E5594AE1-98B6-4CA3-8AA3-DD66DF08B5D1}"/>
          </ac:cxnSpMkLst>
        </pc:cxnChg>
        <pc:cxnChg chg="add del mod">
          <ac:chgData name="Scott, Stefan" userId="881558bf-77e1-4109-9642-244265a79c16" providerId="ADAL" clId="{75C7BD07-7581-435C-B6D2-73515BEA01EA}" dt="2020-11-06T15:35:51.172" v="1154" actId="11529"/>
          <ac:cxnSpMkLst>
            <pc:docMk/>
            <pc:sldMk cId="960868655" sldId="269"/>
            <ac:cxnSpMk id="23" creationId="{8742BA9F-93FC-4E3C-8282-15A03AA30518}"/>
          </ac:cxnSpMkLst>
        </pc:cxnChg>
        <pc:cxnChg chg="add mod">
          <ac:chgData name="Scott, Stefan" userId="881558bf-77e1-4109-9642-244265a79c16" providerId="ADAL" clId="{75C7BD07-7581-435C-B6D2-73515BEA01EA}" dt="2020-11-06T15:36:29.968" v="1159" actId="1582"/>
          <ac:cxnSpMkLst>
            <pc:docMk/>
            <pc:sldMk cId="960868655" sldId="269"/>
            <ac:cxnSpMk id="25" creationId="{196F461F-61C1-4403-92DF-7527905C876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D8112-0BFA-4710-A54D-93231BBE700A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B1BD3-C868-4DF3-911E-877FAF88D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8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Following this slide, have students code and run this in </a:t>
            </a:r>
            <a:r>
              <a:rPr lang="en-CA" dirty="0" err="1"/>
              <a:t>tinkerCAD</a:t>
            </a:r>
            <a:r>
              <a:rPr lang="en-CA" dirty="0"/>
              <a:t> (using text coding).</a:t>
            </a:r>
          </a:p>
          <a:p>
            <a:r>
              <a:rPr lang="en-CA" dirty="0"/>
              <a:t>	- show how if this is in loop(), that it counts 0 to 9 indefinitely.</a:t>
            </a:r>
          </a:p>
          <a:p>
            <a:r>
              <a:rPr lang="en-CA" dirty="0"/>
              <a:t>	- </a:t>
            </a:r>
            <a:r>
              <a:rPr lang="en-CA" b="1" dirty="0"/>
              <a:t>modify so that this code is called from setup()</a:t>
            </a:r>
          </a:p>
          <a:p>
            <a:r>
              <a:rPr lang="en-CA" b="1" dirty="0"/>
              <a:t>		-</a:t>
            </a:r>
            <a:r>
              <a:rPr lang="en-CA" b="0" dirty="0"/>
              <a:t> could put into a function called </a:t>
            </a:r>
            <a:r>
              <a:rPr lang="en-CA" b="1" dirty="0" err="1"/>
              <a:t>whileLoopTest</a:t>
            </a:r>
            <a:r>
              <a:rPr lang="en-CA" b="1" dirty="0"/>
              <a:t>()</a:t>
            </a:r>
            <a:r>
              <a:rPr lang="en-CA" b="0" dirty="0"/>
              <a:t> to help better organize.</a:t>
            </a:r>
          </a:p>
          <a:p>
            <a:r>
              <a:rPr lang="en-CA" b="0" dirty="0"/>
              <a:t>	</a:t>
            </a:r>
            <a:r>
              <a:rPr lang="en-CA" b="0" i="0" u="sng" dirty="0"/>
              <a:t>student challenge: </a:t>
            </a:r>
            <a:r>
              <a:rPr lang="en-CA" b="0" dirty="0"/>
              <a:t>change code to print out numbers from 10 to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07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snippets are identical, but we can see that the </a:t>
            </a:r>
            <a:r>
              <a:rPr lang="en-US" b="1" dirty="0"/>
              <a:t>while loop </a:t>
            </a:r>
            <a:r>
              <a:rPr lang="en-US" b="0" dirty="0"/>
              <a:t>version is much more concise.</a:t>
            </a:r>
          </a:p>
          <a:p>
            <a:r>
              <a:rPr lang="en-US" b="0" dirty="0"/>
              <a:t>It could be easily expanded to set more pins to OUTPUT (if working with a microcontroller that had a larger number of IO pins)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69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Following this slide, have students code and run this in </a:t>
            </a:r>
            <a:r>
              <a:rPr lang="en-CA" dirty="0" err="1"/>
              <a:t>tinkerCAD</a:t>
            </a:r>
            <a:r>
              <a:rPr lang="en-CA" dirty="0"/>
              <a:t> (using text coding).</a:t>
            </a:r>
          </a:p>
          <a:p>
            <a:r>
              <a:rPr lang="en-CA" dirty="0"/>
              <a:t>	</a:t>
            </a:r>
            <a:r>
              <a:rPr lang="en-CA" b="1" dirty="0"/>
              <a:t>have this code called from setup()</a:t>
            </a:r>
          </a:p>
          <a:p>
            <a:r>
              <a:rPr lang="en-CA" b="1" dirty="0"/>
              <a:t>		-</a:t>
            </a:r>
            <a:r>
              <a:rPr lang="en-CA" b="0" dirty="0"/>
              <a:t> could put into a function called </a:t>
            </a:r>
            <a:r>
              <a:rPr lang="en-CA" b="1" dirty="0" err="1"/>
              <a:t>forLoopTest</a:t>
            </a:r>
            <a:r>
              <a:rPr lang="en-CA" b="1" dirty="0"/>
              <a:t>()</a:t>
            </a:r>
            <a:r>
              <a:rPr lang="en-CA" b="0" dirty="0"/>
              <a:t> to help better organize.</a:t>
            </a:r>
          </a:p>
          <a:p>
            <a:r>
              <a:rPr lang="en-CA" b="0" dirty="0"/>
              <a:t>	</a:t>
            </a:r>
            <a:r>
              <a:rPr lang="en-CA" b="0" i="0" u="sng" dirty="0"/>
              <a:t>student challenge: </a:t>
            </a:r>
            <a:r>
              <a:rPr lang="en-CA" b="0" dirty="0"/>
              <a:t>change code to print out numbers from 10 to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73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snippets are identical, but we can see that the </a:t>
            </a:r>
            <a:r>
              <a:rPr lang="en-US" b="1" dirty="0"/>
              <a:t>for loop </a:t>
            </a:r>
            <a:r>
              <a:rPr lang="en-US" b="0" dirty="0"/>
              <a:t>version is much more concise.</a:t>
            </a:r>
          </a:p>
          <a:p>
            <a:r>
              <a:rPr lang="en-US" b="0" dirty="0"/>
              <a:t>It could be easily expanded to set more pins to OUTPUT (if working with a microcontroller that had a larger number of IO pins)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26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snippets are identical, but we can see that the </a:t>
            </a:r>
            <a:r>
              <a:rPr lang="en-US" b="1" dirty="0"/>
              <a:t>while loop </a:t>
            </a:r>
            <a:r>
              <a:rPr lang="en-US" b="0" dirty="0"/>
              <a:t>version is much more concise.</a:t>
            </a:r>
          </a:p>
          <a:p>
            <a:r>
              <a:rPr lang="en-US" b="0" dirty="0"/>
              <a:t>It could be easily expanded to set more pins to OUTPUT (if working with a microcontroller that had a larger number of IO pins)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50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Even/Odd Demo .</a:t>
            </a:r>
          </a:p>
          <a:p>
            <a:endParaRPr lang="en-CA" dirty="0"/>
          </a:p>
          <a:p>
            <a:r>
              <a:rPr lang="en-CA" dirty="0"/>
              <a:t>Have either all </a:t>
            </a:r>
            <a:r>
              <a:rPr lang="en-CA" b="1" dirty="0"/>
              <a:t>even </a:t>
            </a:r>
            <a:r>
              <a:rPr lang="en-CA" b="0" dirty="0"/>
              <a:t>or </a:t>
            </a:r>
            <a:r>
              <a:rPr lang="en-CA" b="1" dirty="0"/>
              <a:t>odd</a:t>
            </a:r>
            <a:r>
              <a:rPr lang="en-CA" b="0" dirty="0"/>
              <a:t> LEDs on at once, button press to switch between.</a:t>
            </a:r>
          </a:p>
          <a:p>
            <a:pPr marL="171450" indent="-171450">
              <a:buFontTx/>
              <a:buChar char="-"/>
            </a:pPr>
            <a:r>
              <a:rPr lang="en-CA" b="0" dirty="0"/>
              <a:t>Can use this as a chance to recap functions:</a:t>
            </a:r>
          </a:p>
          <a:p>
            <a:pPr marL="628650" lvl="1" indent="-171450">
              <a:buFontTx/>
              <a:buChar char="-"/>
            </a:pPr>
            <a:r>
              <a:rPr lang="en-CA" b="0" dirty="0"/>
              <a:t>Create a few helper functions:</a:t>
            </a:r>
          </a:p>
          <a:p>
            <a:pPr marL="1085850" lvl="2" indent="-171450">
              <a:buFontTx/>
              <a:buChar char="-"/>
            </a:pPr>
            <a:r>
              <a:rPr lang="en-CA" b="0" dirty="0" err="1"/>
              <a:t>ledOn</a:t>
            </a:r>
            <a:r>
              <a:rPr lang="en-CA" b="0" dirty="0"/>
              <a:t>(pin)  -&gt; turn on led on this pin</a:t>
            </a:r>
          </a:p>
          <a:p>
            <a:pPr marL="1085850" lvl="2" indent="-171450">
              <a:buFontTx/>
              <a:buChar char="-"/>
            </a:pPr>
            <a:r>
              <a:rPr lang="en-CA" b="0" dirty="0" err="1"/>
              <a:t>ledOff</a:t>
            </a:r>
            <a:r>
              <a:rPr lang="en-CA" b="0" dirty="0"/>
              <a:t>(pin) -&gt; turn off led on this pin</a:t>
            </a:r>
          </a:p>
          <a:p>
            <a:pPr marL="1085850" lvl="2" indent="-171450">
              <a:buFontTx/>
              <a:buChar char="-"/>
            </a:pPr>
            <a:r>
              <a:rPr lang="en-CA" b="0" dirty="0" err="1"/>
              <a:t>allOff</a:t>
            </a:r>
            <a:r>
              <a:rPr lang="en-CA" b="0" dirty="0"/>
              <a:t>() -&gt; turn all </a:t>
            </a:r>
            <a:r>
              <a:rPr lang="en-CA" b="0" dirty="0" err="1"/>
              <a:t>leds</a:t>
            </a:r>
            <a:r>
              <a:rPr lang="en-CA" b="0" dirty="0"/>
              <a:t> off (pins 2-13 for this project)</a:t>
            </a:r>
            <a:r>
              <a:rPr lang="en-CA" b="1" dirty="0"/>
              <a:t> [loops]</a:t>
            </a:r>
            <a:endParaRPr lang="en-CA" b="0" dirty="0"/>
          </a:p>
          <a:p>
            <a:pPr marL="1085850" lvl="2" indent="-171450">
              <a:buFontTx/>
              <a:buChar char="-"/>
            </a:pPr>
            <a:r>
              <a:rPr lang="en-CA" b="0" dirty="0"/>
              <a:t>evens() -&gt; turn on all even pins </a:t>
            </a:r>
            <a:r>
              <a:rPr lang="en-CA" b="1" dirty="0"/>
              <a:t>[loops]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b="0" dirty="0"/>
              <a:t>odds() -&gt; turn on all odd pins </a:t>
            </a:r>
            <a:r>
              <a:rPr lang="en-CA" b="1" dirty="0"/>
              <a:t>[loops]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b="0" dirty="0"/>
              <a:t>Test evens() and odds() individually. Test button press with Serial Monitor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b="0" dirty="0"/>
              <a:t>Use </a:t>
            </a:r>
            <a:r>
              <a:rPr lang="en-CA" b="1" dirty="0"/>
              <a:t>while loop</a:t>
            </a:r>
            <a:r>
              <a:rPr lang="en-CA" b="0" dirty="0"/>
              <a:t> to create a loop that hangs until button is pressed. Once loop stops, switch to evens.  Repeat with another blocking loop before switching to odds.</a:t>
            </a:r>
          </a:p>
          <a:p>
            <a:pPr marL="1085850" lvl="2" indent="-171450">
              <a:buFontTx/>
              <a:buChar char="-"/>
            </a:pPr>
            <a:endParaRPr lang="en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44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LED Chase demo:</a:t>
            </a:r>
          </a:p>
          <a:p>
            <a:r>
              <a:rPr lang="en-CA" b="0" dirty="0"/>
              <a:t>   </a:t>
            </a:r>
            <a:r>
              <a:rPr lang="en-CA" b="1" dirty="0"/>
              <a:t>note:</a:t>
            </a:r>
            <a:r>
              <a:rPr lang="en-CA" b="0" dirty="0"/>
              <a:t> potentiometer instead of pushbutton</a:t>
            </a:r>
          </a:p>
          <a:p>
            <a:endParaRPr lang="en-CA" b="0" dirty="0"/>
          </a:p>
          <a:p>
            <a:r>
              <a:rPr lang="en-CA" b="0" dirty="0"/>
              <a:t>   use same helper function: </a:t>
            </a:r>
            <a:r>
              <a:rPr lang="en-CA" b="1" dirty="0" err="1"/>
              <a:t>ledOn</a:t>
            </a:r>
            <a:r>
              <a:rPr lang="en-CA" b="1" dirty="0"/>
              <a:t>()   </a:t>
            </a:r>
            <a:r>
              <a:rPr lang="en-CA" b="1" dirty="0" err="1"/>
              <a:t>ledOff</a:t>
            </a:r>
            <a:r>
              <a:rPr lang="en-CA" b="1" dirty="0"/>
              <a:t>()</a:t>
            </a:r>
            <a:endParaRPr lang="en-CA" b="0" dirty="0"/>
          </a:p>
          <a:p>
            <a:endParaRPr lang="en-CA" b="0" dirty="0"/>
          </a:p>
          <a:p>
            <a:r>
              <a:rPr lang="en-CA" b="0" dirty="0"/>
              <a:t>   start with </a:t>
            </a:r>
            <a:r>
              <a:rPr lang="en-CA" b="1" dirty="0" err="1"/>
              <a:t>delayTime</a:t>
            </a:r>
            <a:r>
              <a:rPr lang="en-CA" b="0" dirty="0"/>
              <a:t> variable set to constant amount (200 </a:t>
            </a:r>
            <a:r>
              <a:rPr lang="en-CA" b="0" dirty="0" err="1"/>
              <a:t>ms</a:t>
            </a:r>
            <a:r>
              <a:rPr lang="en-CA" b="0" dirty="0"/>
              <a:t>)</a:t>
            </a:r>
          </a:p>
          <a:p>
            <a:endParaRPr lang="en-CA" b="0" dirty="0"/>
          </a:p>
          <a:p>
            <a:r>
              <a:rPr lang="en-CA" b="0" dirty="0"/>
              <a:t>    loop through each LED pin. For each:</a:t>
            </a:r>
          </a:p>
          <a:p>
            <a:r>
              <a:rPr lang="en-CA" b="0" dirty="0"/>
              <a:t>        turn it on</a:t>
            </a:r>
          </a:p>
          <a:p>
            <a:r>
              <a:rPr lang="en-CA" b="0" dirty="0"/>
              <a:t>        wait </a:t>
            </a:r>
            <a:r>
              <a:rPr lang="en-CA" b="1" dirty="0" err="1"/>
              <a:t>delayTime</a:t>
            </a:r>
            <a:endParaRPr lang="en-CA" b="0" dirty="0"/>
          </a:p>
          <a:p>
            <a:r>
              <a:rPr lang="en-CA" b="0" dirty="0"/>
              <a:t>        turn  it off</a:t>
            </a:r>
          </a:p>
          <a:p>
            <a:endParaRPr lang="en-CA" b="0" dirty="0"/>
          </a:p>
          <a:p>
            <a:r>
              <a:rPr lang="en-CA" b="0" dirty="0"/>
              <a:t>    map </a:t>
            </a:r>
            <a:r>
              <a:rPr lang="en-CA" b="1" dirty="0" err="1"/>
              <a:t>delayTime</a:t>
            </a:r>
            <a:r>
              <a:rPr lang="en-CA" b="0" dirty="0"/>
              <a:t> to be </a:t>
            </a:r>
            <a:r>
              <a:rPr lang="en-CA" b="0" dirty="0" err="1"/>
              <a:t>analogRead</a:t>
            </a:r>
            <a:r>
              <a:rPr lang="en-CA" b="0" dirty="0"/>
              <a:t> into range 20-300ms</a:t>
            </a:r>
          </a:p>
          <a:p>
            <a:endParaRPr lang="en-CA" b="0" dirty="0"/>
          </a:p>
          <a:p>
            <a:r>
              <a:rPr lang="en-CA" b="0" dirty="0"/>
              <a:t>    extension: change so that groups of 2 or 3 LEDs chase (instead of turning current LED off, turn position i-1 off (and account for special case of wrap-around)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6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3812-C1AB-4D79-B782-31F882A9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FAF63-486D-4113-912E-5EA97E6CC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4C32-2349-4831-A7FB-65C04CAB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745A-72CB-4D3E-89F2-BA1D928D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42C9-78D1-42D0-9CB7-90288DB3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0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10F3-9367-4C78-9419-5DB6DBC5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8962-57AE-490D-A889-E9812E4D2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FF02-2B38-4DEB-9CAC-DD592665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4EA20-EC5F-4949-8F34-DAEB9601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89B-CCEB-4DE8-93FD-F5EBDFAE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5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8CF6-B723-4FA4-A022-825A15D2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6F96-353B-4DC6-AA75-A17405FE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4A644-BBC7-498A-AD82-E7A6A11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1BED-EA9B-46C8-A666-A0FBDAD4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B7CF-4175-4FBB-9C8C-8801138E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FF46-692F-47C2-9440-6EF0EEA6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606CF-06DB-4744-8386-8C717B33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6287-CD30-4193-A338-295D3B63C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74F8D-5ED0-4D6B-AF8D-9517A7A6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1F2F7-4631-4CF2-8BF5-0ACEF4C9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9CADB-F03B-4B0D-B296-A554365F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1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4B99-A2EB-419D-9728-56845F9D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1448-4024-44B2-B71A-0028240B8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BB2A0-8AEC-4F89-949B-E9F2A82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7688A-4F9E-4BFF-8F70-122F1CD4B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19807-C43F-4FAA-A790-D81FB4E05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346DB-B43A-492C-84FB-AE66040F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BB666-9A01-4FF7-B294-E1A723F6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C229B-2253-40AA-A6B5-DB1C60AD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378C-0A00-4FAB-B310-60AEC509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0A1A7-D62A-472F-BA1F-3691D971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2BFD5-D066-46E3-9616-3D149BE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41697-E6E8-40A8-96C6-BC943AC4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7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396F6-9153-4F59-AF36-1478AF08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68568-AE19-418C-9B24-7B146D27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D576A-6CA7-4D24-A89E-B5F72E48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9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C89C-1C0D-4F5F-8863-98BFBB97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8C686-F46A-4C7B-9A05-4574DDD2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F41A-A53E-41E1-8E3F-0E416C9B5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C96B7-7A95-43C4-A4D5-691F27C5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C7572-F1BE-45D8-A49C-C8B2BE24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24859-AEA2-406F-BA76-5C3605F8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998-9933-4C84-B728-27CFE7AC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1DFB6-7602-4A75-B254-9EDE7E261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9F439-CDF4-4F81-926C-8BC2F3C66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E62E6-D74A-474B-9C64-3C0E4ADA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E92F-EBDE-44CB-AAEC-60C6E1F2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310B-8447-4881-B77E-DC425B88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9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7AF5-38B7-4D22-9286-EA0E7756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A779C-DFA0-4EA0-81FC-F665094E3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98BC0-39D9-4D21-AB9E-DB6DD7DB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22D6-2466-4681-83B1-3EB381CD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021C4-4057-4562-8355-074C93AA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3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05FC7-B1D9-42C2-BE99-AB30A3A2F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C376A-829F-4D71-ACC1-013B152AD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F679-C85E-4088-9B27-5095F308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FDC6-2141-49EF-9FE8-3544A17A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8034-4373-4FE2-AD87-06FC8805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4F137-EC8C-4AF1-B4B4-FD56B2D8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E4B5-AE9C-4810-8BBB-80E75E87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1397-1ABC-4F34-8DEA-2AFE631BE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1A933-F3D1-4421-A982-DDCBBA151C1B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8B85-E205-417D-A571-CCA1BE3C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DB35-2944-47EB-9F44-E9F7D37E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3635-3432-4064-8143-4F9979D9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478743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+mn-lt"/>
              </a:rPr>
              <a:t>Intermediate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B9A6-23FA-47F7-93BC-2883DE0D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79" y="205212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REPETITION &amp; </a:t>
            </a:r>
            <a:r>
              <a:rPr lang="en-US" sz="2400" dirty="0">
                <a:solidFill>
                  <a:srgbClr val="FF0000"/>
                </a:solidFill>
              </a:rPr>
              <a:t>LOOPS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617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CB8C-C38A-4E34-9673-876D462D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70" y="1600749"/>
            <a:ext cx="5459963" cy="1030484"/>
          </a:xfrm>
        </p:spPr>
        <p:txBody>
          <a:bodyPr>
            <a:normAutofit/>
          </a:bodyPr>
          <a:lstStyle/>
          <a:p>
            <a:r>
              <a:rPr lang="en-US" sz="2000" dirty="0"/>
              <a:t>There will be times that we have an obvious </a:t>
            </a:r>
            <a:r>
              <a:rPr lang="en-US" sz="2000" b="1" dirty="0"/>
              <a:t>pattern</a:t>
            </a:r>
            <a:r>
              <a:rPr lang="en-US" sz="2000" dirty="0"/>
              <a:t> in our code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240666-4804-45CB-B9DF-AFBE1B316870}"/>
              </a:ext>
            </a:extLst>
          </p:cNvPr>
          <p:cNvSpPr txBox="1">
            <a:spLocks/>
          </p:cNvSpPr>
          <p:nvPr/>
        </p:nvSpPr>
        <p:spPr>
          <a:xfrm>
            <a:off x="371670" y="374456"/>
            <a:ext cx="10515600" cy="88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Looking for </a:t>
            </a:r>
            <a:r>
              <a:rPr lang="en-US" b="1" dirty="0"/>
              <a:t>patterns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EFEEFC-C1AD-4D4A-9185-372BDAA44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776" y="906612"/>
            <a:ext cx="3838575" cy="521970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A054FD-0DE7-495C-9827-39A0F922FB59}"/>
              </a:ext>
            </a:extLst>
          </p:cNvPr>
          <p:cNvSpPr txBox="1">
            <a:spLocks/>
          </p:cNvSpPr>
          <p:nvPr/>
        </p:nvSpPr>
        <p:spPr>
          <a:xfrm>
            <a:off x="371670" y="3706979"/>
            <a:ext cx="5459963" cy="1124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Writing out line individually is a bit slow and takes up quite a bit of space.</a:t>
            </a:r>
            <a:br>
              <a:rPr lang="en-US" sz="2000" dirty="0"/>
            </a:b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EE4F1-FCEE-4AC4-AA99-B8C20B3CD3A5}"/>
              </a:ext>
            </a:extLst>
          </p:cNvPr>
          <p:cNvSpPr txBox="1"/>
          <p:nvPr/>
        </p:nvSpPr>
        <p:spPr>
          <a:xfrm>
            <a:off x="521446" y="2449471"/>
            <a:ext cx="5310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Notice all the </a:t>
            </a:r>
            <a:r>
              <a:rPr lang="en-US" sz="1600" dirty="0" err="1"/>
              <a:t>pinMode</a:t>
            </a:r>
            <a:r>
              <a:rPr lang="en-US" sz="1600" dirty="0"/>
              <a:t>() functions are all identical, except that the </a:t>
            </a:r>
            <a:r>
              <a:rPr lang="en-US" sz="1600" u="sng" dirty="0"/>
              <a:t>pin number</a:t>
            </a:r>
            <a:r>
              <a:rPr lang="en-US" sz="1600" dirty="0"/>
              <a:t> goes up by one each time.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62E90-1F3A-4171-BFCD-6EF6D6326633}"/>
              </a:ext>
            </a:extLst>
          </p:cNvPr>
          <p:cNvSpPr/>
          <p:nvPr/>
        </p:nvSpPr>
        <p:spPr>
          <a:xfrm>
            <a:off x="8350899" y="1259291"/>
            <a:ext cx="363894" cy="4357738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62CB13-449D-4398-A73B-DC1CF7DC1CCE}"/>
              </a:ext>
            </a:extLst>
          </p:cNvPr>
          <p:cNvSpPr txBox="1"/>
          <p:nvPr/>
        </p:nvSpPr>
        <p:spPr>
          <a:xfrm>
            <a:off x="521446" y="4672476"/>
            <a:ext cx="5226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programming, we can create </a:t>
            </a:r>
            <a:r>
              <a:rPr lang="en-US" sz="1600" b="1" dirty="0"/>
              <a:t>loops, </a:t>
            </a:r>
            <a:r>
              <a:rPr lang="en-US" sz="1600" dirty="0"/>
              <a:t>where some code is repeated several times (</a:t>
            </a:r>
            <a:r>
              <a:rPr lang="en-US" sz="1600" i="1" dirty="0"/>
              <a:t>possibly with slight variations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576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  <p:bldP spid="11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B85AFB-385C-4DD8-9C1B-A187B734653C}"/>
              </a:ext>
            </a:extLst>
          </p:cNvPr>
          <p:cNvSpPr/>
          <p:nvPr/>
        </p:nvSpPr>
        <p:spPr>
          <a:xfrm>
            <a:off x="0" y="1688841"/>
            <a:ext cx="12192000" cy="11031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80D70-9FC9-462D-9471-610B529B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16" y="206629"/>
            <a:ext cx="10515600" cy="1325563"/>
          </a:xfrm>
        </p:spPr>
        <p:txBody>
          <a:bodyPr/>
          <a:lstStyle/>
          <a:p>
            <a:r>
              <a:rPr lang="en-US" b="1" dirty="0"/>
              <a:t>Two Types of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031F2-AA7A-4D4F-AB00-27D2F4FB6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68" y="1850816"/>
            <a:ext cx="5684463" cy="94115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For our </a:t>
            </a:r>
            <a:r>
              <a:rPr lang="en-US" sz="2400" b="1" dirty="0"/>
              <a:t>Arduino Programs</a:t>
            </a:r>
            <a:r>
              <a:rPr lang="en-US" sz="2400" dirty="0"/>
              <a:t>, there are two different types of loops:</a:t>
            </a:r>
            <a:endParaRPr lang="en-US" sz="18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CE4575-7B93-4661-AA0B-FCBC994F0B89}"/>
              </a:ext>
            </a:extLst>
          </p:cNvPr>
          <p:cNvSpPr txBox="1">
            <a:spLocks/>
          </p:cNvSpPr>
          <p:nvPr/>
        </p:nvSpPr>
        <p:spPr>
          <a:xfrm>
            <a:off x="1094852" y="4002833"/>
            <a:ext cx="4344895" cy="1103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b="1" dirty="0"/>
              <a:t>FOR loops</a:t>
            </a:r>
            <a:endParaRPr lang="en-US" sz="5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6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7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AA9A84-B33D-4E6F-B635-DF0F004593D6}"/>
              </a:ext>
            </a:extLst>
          </p:cNvPr>
          <p:cNvSpPr txBox="1">
            <a:spLocks/>
          </p:cNvSpPr>
          <p:nvPr/>
        </p:nvSpPr>
        <p:spPr>
          <a:xfrm>
            <a:off x="6540760" y="4002833"/>
            <a:ext cx="5125616" cy="1103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b="1" dirty="0"/>
              <a:t>WHILE loops</a:t>
            </a:r>
            <a:endParaRPr lang="en-US" sz="5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6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7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E6927-C880-43A6-A20F-F81089A60A56}"/>
              </a:ext>
            </a:extLst>
          </p:cNvPr>
          <p:cNvSpPr txBox="1"/>
          <p:nvPr/>
        </p:nvSpPr>
        <p:spPr>
          <a:xfrm>
            <a:off x="1714742" y="6225217"/>
            <a:ext cx="87625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CA" sz="1600" i="1" dirty="0"/>
              <a:t>Both allow us to repeat code, but each type of loop has advantages in certain contexts. 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04375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52C1024-EC8F-48FC-B867-9042E270F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036" y="1730099"/>
            <a:ext cx="6498956" cy="3649727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BFC11ABF-02A2-423D-B962-A46B05E9A06E}"/>
              </a:ext>
            </a:extLst>
          </p:cNvPr>
          <p:cNvSpPr/>
          <p:nvPr/>
        </p:nvSpPr>
        <p:spPr>
          <a:xfrm>
            <a:off x="2492213" y="2314692"/>
            <a:ext cx="1369659" cy="536448"/>
          </a:xfrm>
          <a:prstGeom prst="borderCallout1">
            <a:avLst>
              <a:gd name="adj1" fmla="val 20489"/>
              <a:gd name="adj2" fmla="val -4927"/>
              <a:gd name="adj3" fmla="val -232931"/>
              <a:gd name="adj4" fmla="val -110844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B2312-9AE5-41E0-89FE-FB2E76363723}"/>
              </a:ext>
            </a:extLst>
          </p:cNvPr>
          <p:cNvSpPr txBox="1"/>
          <p:nvPr/>
        </p:nvSpPr>
        <p:spPr>
          <a:xfrm>
            <a:off x="97536" y="73152"/>
            <a:ext cx="2561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while</a:t>
            </a:r>
            <a:r>
              <a:rPr lang="en-US" dirty="0"/>
              <a:t> keyword indicates that we are going to make a loop here.</a:t>
            </a:r>
            <a:endParaRPr lang="en-US" b="1" i="1" dirty="0">
              <a:latin typeface="+mj-lt"/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AB76FA4F-CCE7-4FF6-BFC0-6F9310CA07BB}"/>
              </a:ext>
            </a:extLst>
          </p:cNvPr>
          <p:cNvSpPr/>
          <p:nvPr/>
        </p:nvSpPr>
        <p:spPr>
          <a:xfrm>
            <a:off x="3989964" y="2314692"/>
            <a:ext cx="3381220" cy="536448"/>
          </a:xfrm>
          <a:prstGeom prst="borderCallout1">
            <a:avLst>
              <a:gd name="adj1" fmla="val -13462"/>
              <a:gd name="adj2" fmla="val 80241"/>
              <a:gd name="adj3" fmla="val -208163"/>
              <a:gd name="adj4" fmla="val 69708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F06F7-DE99-4D84-857C-DC549285E2DA}"/>
              </a:ext>
            </a:extLst>
          </p:cNvPr>
          <p:cNvSpPr txBox="1"/>
          <p:nvPr/>
        </p:nvSpPr>
        <p:spPr>
          <a:xfrm>
            <a:off x="3368351" y="51602"/>
            <a:ext cx="46174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brackets must be a </a:t>
            </a:r>
            <a:r>
              <a:rPr lang="en-US" b="1" dirty="0"/>
              <a:t>Boolean Expression</a:t>
            </a:r>
            <a:r>
              <a:rPr lang="en-US" dirty="0"/>
              <a:t> </a:t>
            </a:r>
          </a:p>
          <a:p>
            <a:r>
              <a:rPr lang="en-US" dirty="0"/>
              <a:t>( true / false question).</a:t>
            </a:r>
          </a:p>
          <a:p>
            <a:r>
              <a:rPr lang="en-US" sz="1600" i="1" dirty="0">
                <a:latin typeface="+mj-lt"/>
              </a:rPr>
              <a:t>The </a:t>
            </a:r>
            <a:r>
              <a:rPr lang="en-US" sz="1600" b="1" i="1" dirty="0">
                <a:latin typeface="+mj-lt"/>
              </a:rPr>
              <a:t>Loop Body</a:t>
            </a:r>
            <a:r>
              <a:rPr lang="en-US" sz="1600" i="1" dirty="0">
                <a:latin typeface="+mj-lt"/>
              </a:rPr>
              <a:t> will run if this is true, and we ask the question each time the code returns to the top</a:t>
            </a:r>
            <a:r>
              <a:rPr lang="en-US" i="1" dirty="0">
                <a:latin typeface="+mj-lt"/>
              </a:rPr>
              <a:t>.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510FE446-2040-42B0-9A63-27849934D18B}"/>
              </a:ext>
            </a:extLst>
          </p:cNvPr>
          <p:cNvSpPr/>
          <p:nvPr/>
        </p:nvSpPr>
        <p:spPr>
          <a:xfrm>
            <a:off x="2447961" y="4498055"/>
            <a:ext cx="430875" cy="536448"/>
          </a:xfrm>
          <a:prstGeom prst="borderCallout1">
            <a:avLst>
              <a:gd name="adj1" fmla="val 119261"/>
              <a:gd name="adj2" fmla="val 19044"/>
              <a:gd name="adj3" fmla="val 206262"/>
              <a:gd name="adj4" fmla="val -168493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0302B-EDAF-46C5-BF24-6F987630FEC6}"/>
              </a:ext>
            </a:extLst>
          </p:cNvPr>
          <p:cNvSpPr txBox="1"/>
          <p:nvPr/>
        </p:nvSpPr>
        <p:spPr>
          <a:xfrm>
            <a:off x="9218395" y="3963527"/>
            <a:ext cx="2927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surrounded by script brackets is the </a:t>
            </a:r>
            <a:r>
              <a:rPr lang="en-US" b="1" dirty="0"/>
              <a:t>Loop Body</a:t>
            </a:r>
            <a:r>
              <a:rPr lang="en-US" dirty="0"/>
              <a:t>. </a:t>
            </a:r>
          </a:p>
          <a:p>
            <a:endParaRPr lang="en-US" i="1" dirty="0">
              <a:latin typeface="+mj-lt"/>
            </a:endParaRPr>
          </a:p>
          <a:p>
            <a:r>
              <a:rPr lang="en-US" i="1" dirty="0">
                <a:latin typeface="+mj-lt"/>
              </a:rPr>
              <a:t>Each time the condition at the top is true, the loop body is run once.</a:t>
            </a:r>
            <a:br>
              <a:rPr lang="en-US" i="1" dirty="0">
                <a:latin typeface="+mj-lt"/>
              </a:rPr>
            </a:br>
            <a:endParaRPr lang="en-US" i="1" dirty="0">
              <a:latin typeface="+mj-lt"/>
            </a:endParaRPr>
          </a:p>
          <a:p>
            <a:r>
              <a:rPr lang="en-US" i="1" dirty="0">
                <a:latin typeface="+mj-lt"/>
              </a:rPr>
              <a:t>Afterwards, check loop condition again</a:t>
            </a:r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CA7609C1-2F04-4E16-AD8A-A136E190B15D}"/>
              </a:ext>
            </a:extLst>
          </p:cNvPr>
          <p:cNvSpPr/>
          <p:nvPr/>
        </p:nvSpPr>
        <p:spPr>
          <a:xfrm>
            <a:off x="2597450" y="3429000"/>
            <a:ext cx="6341278" cy="1069055"/>
          </a:xfrm>
          <a:prstGeom prst="borderCallout1">
            <a:avLst>
              <a:gd name="adj1" fmla="val 105786"/>
              <a:gd name="adj2" fmla="val 87388"/>
              <a:gd name="adj3" fmla="val 220261"/>
              <a:gd name="adj4" fmla="val 120865"/>
            </a:avLst>
          </a:prstGeom>
          <a:solidFill>
            <a:srgbClr val="FFFF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2EDC1E-80E9-4589-8A60-64145009E0F0}"/>
              </a:ext>
            </a:extLst>
          </p:cNvPr>
          <p:cNvSpPr txBox="1"/>
          <p:nvPr/>
        </p:nvSpPr>
        <p:spPr>
          <a:xfrm>
            <a:off x="111792" y="5761800"/>
            <a:ext cx="1952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 brackets {  } surround the </a:t>
            </a:r>
            <a:r>
              <a:rPr lang="en-US" b="1" dirty="0"/>
              <a:t>Loop Body.</a:t>
            </a:r>
            <a:endParaRPr lang="en-US" i="1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5AED18-7725-464E-BE19-ABA0CF1C273E}"/>
              </a:ext>
            </a:extLst>
          </p:cNvPr>
          <p:cNvSpPr/>
          <p:nvPr/>
        </p:nvSpPr>
        <p:spPr>
          <a:xfrm>
            <a:off x="2447961" y="2892552"/>
            <a:ext cx="430875" cy="536448"/>
          </a:xfrm>
          <a:prstGeom prst="rect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BB5D5D-D2DE-4B3E-B5C9-CACAC222D67F}"/>
              </a:ext>
            </a:extLst>
          </p:cNvPr>
          <p:cNvCxnSpPr/>
          <p:nvPr/>
        </p:nvCxnSpPr>
        <p:spPr>
          <a:xfrm flipV="1">
            <a:off x="1716833" y="3554963"/>
            <a:ext cx="775380" cy="207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F1F6ED-7542-4C90-9392-CA07AB86C459}"/>
              </a:ext>
            </a:extLst>
          </p:cNvPr>
          <p:cNvCxnSpPr>
            <a:cxnSpLocks/>
          </p:cNvCxnSpPr>
          <p:nvPr/>
        </p:nvCxnSpPr>
        <p:spPr>
          <a:xfrm>
            <a:off x="7695158" y="4590661"/>
            <a:ext cx="1523237" cy="358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08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3" grpId="0" animBg="1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84673DD-2BA7-4F16-9DC7-4BACAA0F7237}"/>
              </a:ext>
            </a:extLst>
          </p:cNvPr>
          <p:cNvSpPr/>
          <p:nvPr/>
        </p:nvSpPr>
        <p:spPr>
          <a:xfrm>
            <a:off x="0" y="0"/>
            <a:ext cx="12192000" cy="1103125"/>
          </a:xfrm>
          <a:prstGeom prst="rect">
            <a:avLst/>
          </a:prstGeom>
          <a:solidFill>
            <a:schemeClr val="bg2">
              <a:lumMod val="9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3302F7-D3D0-41E5-BC47-F68148F3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16" y="16129"/>
            <a:ext cx="10515600" cy="1325563"/>
          </a:xfrm>
        </p:spPr>
        <p:txBody>
          <a:bodyPr/>
          <a:lstStyle/>
          <a:p>
            <a:r>
              <a:rPr lang="en-CA" dirty="0"/>
              <a:t>U</a:t>
            </a:r>
            <a:r>
              <a:rPr lang="en-US" dirty="0"/>
              <a:t>sing a </a:t>
            </a:r>
            <a:r>
              <a:rPr lang="en-US" b="1" dirty="0"/>
              <a:t>while loop</a:t>
            </a:r>
            <a:r>
              <a:rPr lang="en-US" dirty="0"/>
              <a:t> to improve our code: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E1AA03-F75E-4754-A5FD-3A048E87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716" y="1431671"/>
            <a:ext cx="3838575" cy="521970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D3C364ED-7194-4294-A582-A1DF50E5D56D}"/>
              </a:ext>
            </a:extLst>
          </p:cNvPr>
          <p:cNvSpPr/>
          <p:nvPr/>
        </p:nvSpPr>
        <p:spPr>
          <a:xfrm>
            <a:off x="5794311" y="3708400"/>
            <a:ext cx="656209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9ADA8-4B92-4860-A0F3-071960503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540" y="3084998"/>
            <a:ext cx="3800475" cy="2295525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276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39C6EB-C425-480D-BE04-198E2AFF5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6" y="2706891"/>
            <a:ext cx="11668447" cy="2305741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BFC11ABF-02A2-423D-B962-A46B05E9A06E}"/>
              </a:ext>
            </a:extLst>
          </p:cNvPr>
          <p:cNvSpPr/>
          <p:nvPr/>
        </p:nvSpPr>
        <p:spPr>
          <a:xfrm>
            <a:off x="299225" y="2749807"/>
            <a:ext cx="958075" cy="536448"/>
          </a:xfrm>
          <a:prstGeom prst="borderCallout1">
            <a:avLst>
              <a:gd name="adj1" fmla="val -38697"/>
              <a:gd name="adj2" fmla="val 32189"/>
              <a:gd name="adj3" fmla="val -275545"/>
              <a:gd name="adj4" fmla="val 28341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B2312-9AE5-41E0-89FE-FB2E76363723}"/>
              </a:ext>
            </a:extLst>
          </p:cNvPr>
          <p:cNvSpPr txBox="1"/>
          <p:nvPr/>
        </p:nvSpPr>
        <p:spPr>
          <a:xfrm>
            <a:off x="97536" y="73152"/>
            <a:ext cx="2226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</a:t>
            </a:r>
            <a:r>
              <a:rPr lang="en-US" dirty="0"/>
              <a:t> keyword indicates that we are going to make a loop here.</a:t>
            </a:r>
            <a:endParaRPr lang="en-US" b="1" i="1" dirty="0">
              <a:latin typeface="+mj-lt"/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AB76FA4F-CCE7-4FF6-BFC0-6F9310CA07BB}"/>
              </a:ext>
            </a:extLst>
          </p:cNvPr>
          <p:cNvSpPr/>
          <p:nvPr/>
        </p:nvSpPr>
        <p:spPr>
          <a:xfrm>
            <a:off x="1380238" y="2749807"/>
            <a:ext cx="10418062" cy="536448"/>
          </a:xfrm>
          <a:prstGeom prst="borderCallout1">
            <a:avLst>
              <a:gd name="adj1" fmla="val 119114"/>
              <a:gd name="adj2" fmla="val 69635"/>
              <a:gd name="adj3" fmla="val 175360"/>
              <a:gd name="adj4" fmla="val 71171"/>
            </a:avLst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F06F7-DE99-4D84-857C-DC549285E2DA}"/>
              </a:ext>
            </a:extLst>
          </p:cNvPr>
          <p:cNvSpPr txBox="1"/>
          <p:nvPr/>
        </p:nvSpPr>
        <p:spPr>
          <a:xfrm>
            <a:off x="7275524" y="3707120"/>
            <a:ext cx="4617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 </a:t>
            </a:r>
            <a:r>
              <a:rPr lang="en-US" dirty="0"/>
              <a:t>loops have </a:t>
            </a:r>
            <a:r>
              <a:rPr lang="en-US" b="1" dirty="0"/>
              <a:t>3 sections </a:t>
            </a:r>
            <a:r>
              <a:rPr lang="en-US" dirty="0"/>
              <a:t>inside the brackets </a:t>
            </a:r>
            <a:r>
              <a:rPr lang="en-US" b="1" dirty="0"/>
              <a:t>()</a:t>
            </a:r>
          </a:p>
          <a:p>
            <a:r>
              <a:rPr lang="en-US" i="1" dirty="0">
                <a:latin typeface="+mj-lt"/>
              </a:rPr>
              <a:t>These sections are separated by semicolons </a:t>
            </a:r>
            <a:r>
              <a:rPr lang="en-US" b="1" dirty="0">
                <a:latin typeface="+mj-lt"/>
              </a:rPr>
              <a:t>;</a:t>
            </a:r>
            <a:endParaRPr lang="en-US" b="1" i="1" dirty="0">
              <a:latin typeface="+mj-lt"/>
            </a:endParaRP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510FE446-2040-42B0-9A63-27849934D18B}"/>
              </a:ext>
            </a:extLst>
          </p:cNvPr>
          <p:cNvSpPr/>
          <p:nvPr/>
        </p:nvSpPr>
        <p:spPr>
          <a:xfrm>
            <a:off x="299225" y="4340223"/>
            <a:ext cx="430875" cy="536448"/>
          </a:xfrm>
          <a:prstGeom prst="borderCallout1">
            <a:avLst>
              <a:gd name="adj1" fmla="val 119261"/>
              <a:gd name="adj2" fmla="val 19044"/>
              <a:gd name="adj3" fmla="val 239406"/>
              <a:gd name="adj4" fmla="val 211734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0302B-EDAF-46C5-BF24-6F987630FEC6}"/>
              </a:ext>
            </a:extLst>
          </p:cNvPr>
          <p:cNvSpPr txBox="1"/>
          <p:nvPr/>
        </p:nvSpPr>
        <p:spPr>
          <a:xfrm>
            <a:off x="3768650" y="5264963"/>
            <a:ext cx="6530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surrounded by script brackets is the </a:t>
            </a:r>
            <a:r>
              <a:rPr lang="en-US" b="1" dirty="0"/>
              <a:t>Loop Body</a:t>
            </a:r>
            <a:r>
              <a:rPr lang="en-US" dirty="0"/>
              <a:t>. </a:t>
            </a:r>
          </a:p>
          <a:p>
            <a:endParaRPr lang="en-US" i="1" dirty="0">
              <a:latin typeface="+mj-lt"/>
            </a:endParaRPr>
          </a:p>
          <a:p>
            <a:r>
              <a:rPr lang="en-US" i="1" dirty="0">
                <a:latin typeface="+mj-lt"/>
              </a:rPr>
              <a:t>Each time the condition at the top is true, the loop body is run once.</a:t>
            </a:r>
            <a:br>
              <a:rPr lang="en-US" i="1" dirty="0">
                <a:latin typeface="+mj-lt"/>
              </a:rPr>
            </a:br>
            <a:endParaRPr lang="en-US" i="1" dirty="0">
              <a:latin typeface="+mj-lt"/>
            </a:endParaRPr>
          </a:p>
          <a:p>
            <a:r>
              <a:rPr lang="en-US" i="1" dirty="0">
                <a:latin typeface="+mj-lt"/>
              </a:rPr>
              <a:t>Afterwards, check loop condition again</a:t>
            </a:r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CA7609C1-2F04-4E16-AD8A-A136E190B15D}"/>
              </a:ext>
            </a:extLst>
          </p:cNvPr>
          <p:cNvSpPr/>
          <p:nvPr/>
        </p:nvSpPr>
        <p:spPr>
          <a:xfrm>
            <a:off x="730100" y="3568767"/>
            <a:ext cx="6077100" cy="1069055"/>
          </a:xfrm>
          <a:prstGeom prst="borderCallout1">
            <a:avLst>
              <a:gd name="adj1" fmla="val 105786"/>
              <a:gd name="adj2" fmla="val 87388"/>
              <a:gd name="adj3" fmla="val 220261"/>
              <a:gd name="adj4" fmla="val 120865"/>
            </a:avLst>
          </a:prstGeom>
          <a:solidFill>
            <a:srgbClr val="FFFF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2EDC1E-80E9-4589-8A60-64145009E0F0}"/>
              </a:ext>
            </a:extLst>
          </p:cNvPr>
          <p:cNvSpPr txBox="1"/>
          <p:nvPr/>
        </p:nvSpPr>
        <p:spPr>
          <a:xfrm>
            <a:off x="111792" y="5761800"/>
            <a:ext cx="1952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 brackets {  } surround the </a:t>
            </a:r>
            <a:r>
              <a:rPr lang="en-US" b="1" dirty="0"/>
              <a:t>Loop Body.</a:t>
            </a:r>
            <a:endParaRPr lang="en-US" i="1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5AED18-7725-464E-BE19-ABA0CF1C273E}"/>
              </a:ext>
            </a:extLst>
          </p:cNvPr>
          <p:cNvSpPr/>
          <p:nvPr/>
        </p:nvSpPr>
        <p:spPr>
          <a:xfrm>
            <a:off x="342992" y="3323313"/>
            <a:ext cx="430875" cy="536448"/>
          </a:xfrm>
          <a:prstGeom prst="rect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BB5D5D-D2DE-4B3E-B5C9-CACAC222D67F}"/>
              </a:ext>
            </a:extLst>
          </p:cNvPr>
          <p:cNvCxnSpPr>
            <a:cxnSpLocks/>
          </p:cNvCxnSpPr>
          <p:nvPr/>
        </p:nvCxnSpPr>
        <p:spPr>
          <a:xfrm flipH="1" flipV="1">
            <a:off x="558429" y="3684443"/>
            <a:ext cx="652389" cy="1954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F1F6ED-7542-4C90-9392-CA07AB86C459}"/>
              </a:ext>
            </a:extLst>
          </p:cNvPr>
          <p:cNvCxnSpPr>
            <a:cxnSpLocks/>
          </p:cNvCxnSpPr>
          <p:nvPr/>
        </p:nvCxnSpPr>
        <p:spPr>
          <a:xfrm>
            <a:off x="4761458" y="4436964"/>
            <a:ext cx="661442" cy="75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llout: Line 17">
            <a:extLst>
              <a:ext uri="{FF2B5EF4-FFF2-40B4-BE49-F238E27FC236}">
                <a16:creationId xmlns:a16="http://schemas.microsoft.com/office/drawing/2014/main" id="{FBF3535F-D619-4345-A47D-45B30F95B86F}"/>
              </a:ext>
            </a:extLst>
          </p:cNvPr>
          <p:cNvSpPr/>
          <p:nvPr/>
        </p:nvSpPr>
        <p:spPr>
          <a:xfrm>
            <a:off x="1591316" y="2749807"/>
            <a:ext cx="3628384" cy="536448"/>
          </a:xfrm>
          <a:prstGeom prst="borderCallout1">
            <a:avLst>
              <a:gd name="adj1" fmla="val -34768"/>
              <a:gd name="adj2" fmla="val 44710"/>
              <a:gd name="adj3" fmla="val -132405"/>
              <a:gd name="adj4" fmla="val 43916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FF83A2-2E8E-4C81-A76F-273B55E09C1B}"/>
              </a:ext>
            </a:extLst>
          </p:cNvPr>
          <p:cNvSpPr txBox="1"/>
          <p:nvPr/>
        </p:nvSpPr>
        <p:spPr>
          <a:xfrm>
            <a:off x="2391413" y="207557"/>
            <a:ext cx="27007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One – </a:t>
            </a:r>
            <a:r>
              <a:rPr lang="en-US" b="1" dirty="0"/>
              <a:t>Variable Initialization</a:t>
            </a:r>
          </a:p>
          <a:p>
            <a:endParaRPr lang="en-US" dirty="0"/>
          </a:p>
          <a:p>
            <a:r>
              <a:rPr lang="en-US" dirty="0">
                <a:latin typeface="+mj-lt"/>
              </a:rPr>
              <a:t>Create a </a:t>
            </a:r>
            <a:r>
              <a:rPr lang="en-US" b="1" dirty="0">
                <a:latin typeface="+mj-lt"/>
              </a:rPr>
              <a:t>Loop Variable</a:t>
            </a:r>
            <a:r>
              <a:rPr lang="en-US" dirty="0">
                <a:latin typeface="+mj-lt"/>
              </a:rPr>
              <a:t> and give it an initial value.</a:t>
            </a:r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92D51314-C306-4C9B-A414-CE9770F816E8}"/>
              </a:ext>
            </a:extLst>
          </p:cNvPr>
          <p:cNvSpPr/>
          <p:nvPr/>
        </p:nvSpPr>
        <p:spPr>
          <a:xfrm>
            <a:off x="5404857" y="2749807"/>
            <a:ext cx="3256543" cy="536448"/>
          </a:xfrm>
          <a:prstGeom prst="borderCallout1">
            <a:avLst>
              <a:gd name="adj1" fmla="val -34768"/>
              <a:gd name="adj2" fmla="val 44710"/>
              <a:gd name="adj3" fmla="val -111098"/>
              <a:gd name="adj4" fmla="val 41966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9872A4-EC8B-49BA-93AD-7C2EC9EFE055}"/>
              </a:ext>
            </a:extLst>
          </p:cNvPr>
          <p:cNvSpPr txBox="1"/>
          <p:nvPr/>
        </p:nvSpPr>
        <p:spPr>
          <a:xfrm>
            <a:off x="5219700" y="63372"/>
            <a:ext cx="24239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Two – </a:t>
            </a:r>
            <a:r>
              <a:rPr lang="en-US" b="1" dirty="0"/>
              <a:t>Loop Condition</a:t>
            </a:r>
          </a:p>
          <a:p>
            <a:endParaRPr lang="en-US" dirty="0"/>
          </a:p>
          <a:p>
            <a:r>
              <a:rPr lang="en-US" dirty="0">
                <a:latin typeface="+mj-lt"/>
              </a:rPr>
              <a:t>A Boolean (true/false) expression. If this is true, run the Loop Body.</a:t>
            </a:r>
          </a:p>
        </p:txBody>
      </p:sp>
      <p:sp>
        <p:nvSpPr>
          <p:cNvPr id="23" name="Callout: Line 22">
            <a:extLst>
              <a:ext uri="{FF2B5EF4-FFF2-40B4-BE49-F238E27FC236}">
                <a16:creationId xmlns:a16="http://schemas.microsoft.com/office/drawing/2014/main" id="{3D4199BF-EB82-4E1C-B96D-589E0E16DE5E}"/>
              </a:ext>
            </a:extLst>
          </p:cNvPr>
          <p:cNvSpPr/>
          <p:nvPr/>
        </p:nvSpPr>
        <p:spPr>
          <a:xfrm>
            <a:off x="8972413" y="2757312"/>
            <a:ext cx="2394088" cy="536448"/>
          </a:xfrm>
          <a:prstGeom prst="borderCallout1">
            <a:avLst>
              <a:gd name="adj1" fmla="val -34768"/>
              <a:gd name="adj2" fmla="val 44710"/>
              <a:gd name="adj3" fmla="val -82689"/>
              <a:gd name="adj4" fmla="val 44088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C10C49-9CDB-41A3-B827-6B61BA7D2DA9}"/>
              </a:ext>
            </a:extLst>
          </p:cNvPr>
          <p:cNvSpPr txBox="1"/>
          <p:nvPr/>
        </p:nvSpPr>
        <p:spPr>
          <a:xfrm>
            <a:off x="8047528" y="115709"/>
            <a:ext cx="3670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Three  – </a:t>
            </a:r>
            <a:r>
              <a:rPr lang="en-US" b="1" dirty="0"/>
              <a:t>Incrementation</a:t>
            </a:r>
          </a:p>
          <a:p>
            <a:endParaRPr lang="en-US" dirty="0"/>
          </a:p>
          <a:p>
            <a:r>
              <a:rPr lang="en-US" dirty="0">
                <a:latin typeface="+mj-lt"/>
              </a:rPr>
              <a:t>A single-line statement that is run each time the loop body is complete.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Should </a:t>
            </a:r>
            <a:r>
              <a:rPr lang="en-US" i="1" dirty="0">
                <a:latin typeface="+mj-lt"/>
              </a:rPr>
              <a:t>modify the loop variable, and approach a state where the loop will end.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195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3" grpId="0" animBg="1"/>
      <p:bldP spid="14" grpId="0"/>
      <p:bldP spid="15" grpId="0" animBg="1"/>
      <p:bldP spid="18" grpId="0" animBg="1"/>
      <p:bldP spid="19" grpId="0"/>
      <p:bldP spid="20" grpId="0" animBg="1"/>
      <p:bldP spid="22" grpId="0"/>
      <p:bldP spid="23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D3063F-6936-4F86-9C9F-61B5716B356A}"/>
              </a:ext>
            </a:extLst>
          </p:cNvPr>
          <p:cNvSpPr/>
          <p:nvPr/>
        </p:nvSpPr>
        <p:spPr>
          <a:xfrm>
            <a:off x="0" y="0"/>
            <a:ext cx="12192000" cy="1103125"/>
          </a:xfrm>
          <a:prstGeom prst="rect">
            <a:avLst/>
          </a:prstGeom>
          <a:solidFill>
            <a:schemeClr val="bg2">
              <a:lumMod val="9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3302F7-D3D0-41E5-BC47-F68148F3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816" y="3429"/>
            <a:ext cx="10515600" cy="1325563"/>
          </a:xfrm>
        </p:spPr>
        <p:txBody>
          <a:bodyPr/>
          <a:lstStyle/>
          <a:p>
            <a:r>
              <a:rPr lang="en-CA" dirty="0"/>
              <a:t>U</a:t>
            </a:r>
            <a:r>
              <a:rPr lang="en-US" dirty="0"/>
              <a:t>sing a </a:t>
            </a:r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b="1" dirty="0"/>
              <a:t>loop</a:t>
            </a:r>
            <a:r>
              <a:rPr lang="en-US" dirty="0"/>
              <a:t> to improve our code: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E1AA03-F75E-4754-A5FD-3A048E87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716" y="1431671"/>
            <a:ext cx="3838575" cy="521970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D3C364ED-7194-4294-A582-A1DF50E5D56D}"/>
              </a:ext>
            </a:extLst>
          </p:cNvPr>
          <p:cNvSpPr/>
          <p:nvPr/>
        </p:nvSpPr>
        <p:spPr>
          <a:xfrm>
            <a:off x="5794311" y="3708400"/>
            <a:ext cx="656209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860D25-DDD3-457E-AD11-197CCADA3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400" y="3429000"/>
            <a:ext cx="4876800" cy="158115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776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0D041A-F3F2-4671-A796-767A0A0DB378}"/>
              </a:ext>
            </a:extLst>
          </p:cNvPr>
          <p:cNvSpPr/>
          <p:nvPr/>
        </p:nvSpPr>
        <p:spPr>
          <a:xfrm>
            <a:off x="0" y="0"/>
            <a:ext cx="12192000" cy="1103125"/>
          </a:xfrm>
          <a:prstGeom prst="rect">
            <a:avLst/>
          </a:prstGeom>
          <a:solidFill>
            <a:schemeClr val="bg2">
              <a:lumMod val="9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3302F7-D3D0-41E5-BC47-F68148F3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16" y="41529"/>
            <a:ext cx="10515600" cy="1325563"/>
          </a:xfrm>
        </p:spPr>
        <p:txBody>
          <a:bodyPr/>
          <a:lstStyle/>
          <a:p>
            <a:r>
              <a:rPr lang="en-US" b="1" dirty="0"/>
              <a:t>while loop</a:t>
            </a:r>
            <a:r>
              <a:rPr lang="en-US" dirty="0"/>
              <a:t> vs </a:t>
            </a:r>
            <a:r>
              <a:rPr lang="en-US" b="1" dirty="0"/>
              <a:t>for loop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9ADA8-4B92-4860-A0F3-071960503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40" y="2281237"/>
            <a:ext cx="3800475" cy="2295525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269268-2DEE-457E-A111-523B37BF5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960" y="2638424"/>
            <a:ext cx="4876800" cy="158115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BFB35B-1879-449F-BF0A-E49A58C79960}"/>
              </a:ext>
            </a:extLst>
          </p:cNvPr>
          <p:cNvSpPr txBox="1"/>
          <p:nvPr/>
        </p:nvSpPr>
        <p:spPr>
          <a:xfrm>
            <a:off x="429640" y="5339374"/>
            <a:ext cx="5742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CA" sz="1600" i="1" u="sng" dirty="0"/>
              <a:t>When we want a loop that: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i="1" dirty="0"/>
              <a:t>Repeats a known number of times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i="1" dirty="0"/>
              <a:t>To keep track of a number that is increasing/decreasing </a:t>
            </a:r>
            <a:endParaRPr lang="en-US" sz="16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0CB8A-E14A-4B03-AF0C-25CE2210D298}"/>
              </a:ext>
            </a:extLst>
          </p:cNvPr>
          <p:cNvSpPr txBox="1"/>
          <p:nvPr/>
        </p:nvSpPr>
        <p:spPr>
          <a:xfrm>
            <a:off x="6119240" y="5849891"/>
            <a:ext cx="5463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CA" sz="1600" i="1" dirty="0"/>
              <a:t>A </a:t>
            </a:r>
            <a:r>
              <a:rPr lang="en-CA" sz="1600" b="1" i="1" dirty="0"/>
              <a:t>for loop</a:t>
            </a:r>
            <a:r>
              <a:rPr lang="en-CA" sz="1600" i="1" dirty="0"/>
              <a:t> is usually chosen as it is more concise.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22679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FB7E3E2-1C02-4911-8BFC-4CBF3BB9E906}"/>
              </a:ext>
            </a:extLst>
          </p:cNvPr>
          <p:cNvSpPr txBox="1">
            <a:spLocks/>
          </p:cNvSpPr>
          <p:nvPr/>
        </p:nvSpPr>
        <p:spPr>
          <a:xfrm>
            <a:off x="204216" y="2066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W</a:t>
            </a:r>
            <a:r>
              <a:rPr lang="en-US" dirty="0"/>
              <a:t>hen are </a:t>
            </a:r>
            <a:r>
              <a:rPr lang="en-US" b="1" dirty="0"/>
              <a:t>while loops </a:t>
            </a:r>
            <a:r>
              <a:rPr lang="en-US" dirty="0"/>
              <a:t>better?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968289-BA25-47C2-A0A9-FCDA8C2C6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" y="2163762"/>
            <a:ext cx="66802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There are situations where we may </a:t>
            </a:r>
            <a:r>
              <a:rPr lang="en-CA" sz="2000" b="1" dirty="0"/>
              <a:t>want to repeat some code</a:t>
            </a:r>
            <a:r>
              <a:rPr lang="en-CA" sz="2000" dirty="0"/>
              <a:t>, but we don’t actually know how many times we’ll need to repeat!</a:t>
            </a:r>
            <a:endParaRPr lang="en-US" sz="200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F5D33AC8-2943-4924-A042-557557D22A8B}"/>
              </a:ext>
            </a:extLst>
          </p:cNvPr>
          <p:cNvSpPr txBox="1">
            <a:spLocks/>
          </p:cNvSpPr>
          <p:nvPr/>
        </p:nvSpPr>
        <p:spPr>
          <a:xfrm>
            <a:off x="749300" y="3941762"/>
            <a:ext cx="66802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b="1" dirty="0"/>
              <a:t>Example:    </a:t>
            </a:r>
            <a:r>
              <a:rPr lang="en-CA" sz="2000" dirty="0"/>
              <a:t>using a loop to wait for the user to press a button 	  	     before carrying on with the rest of the program.</a:t>
            </a:r>
            <a:endParaRPr lang="en-US" sz="2000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2E89156-9826-4C52-B5D2-8348EEFF9326}"/>
              </a:ext>
            </a:extLst>
          </p:cNvPr>
          <p:cNvSpPr txBox="1">
            <a:spLocks/>
          </p:cNvSpPr>
          <p:nvPr/>
        </p:nvSpPr>
        <p:spPr>
          <a:xfrm>
            <a:off x="749300" y="5325809"/>
            <a:ext cx="6680200" cy="1138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i="1" dirty="0">
                <a:latin typeface="+mj-lt"/>
              </a:rPr>
              <a:t>Since the amount of time this will take entirely depends on the user’s choice, it is impossible to predict ahead of time.  In this case, a </a:t>
            </a:r>
            <a:r>
              <a:rPr lang="en-CA" sz="2000" b="1" i="1" dirty="0">
                <a:latin typeface="+mj-lt"/>
              </a:rPr>
              <a:t>while loop</a:t>
            </a:r>
            <a:r>
              <a:rPr lang="en-CA" sz="2000" i="1" dirty="0">
                <a:latin typeface="+mj-lt"/>
              </a:rPr>
              <a:t> works much better.</a:t>
            </a:r>
            <a:endParaRPr lang="en-US" sz="2000" i="1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F101FD-D464-470D-B764-14496C3CC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720" y="2027492"/>
            <a:ext cx="4280382" cy="4316412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086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2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9A63-A8E4-4CF9-9B9D-BAEF929C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00819"/>
            <a:ext cx="1892300" cy="764382"/>
          </a:xfrm>
        </p:spPr>
        <p:txBody>
          <a:bodyPr/>
          <a:lstStyle/>
          <a:p>
            <a:r>
              <a:rPr lang="en-CA" dirty="0"/>
              <a:t>DEMO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BDA82-8BB3-4E8D-96C8-134F28D8A6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31" b="4031"/>
          <a:stretch/>
        </p:blipFill>
        <p:spPr>
          <a:xfrm>
            <a:off x="2139950" y="0"/>
            <a:ext cx="1005205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D4E8524-0D8D-453E-B0A2-F2BDA9E59C82}"/>
              </a:ext>
            </a:extLst>
          </p:cNvPr>
          <p:cNvSpPr txBox="1">
            <a:spLocks/>
          </p:cNvSpPr>
          <p:nvPr/>
        </p:nvSpPr>
        <p:spPr>
          <a:xfrm>
            <a:off x="200025" y="583010"/>
            <a:ext cx="1892300" cy="764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400" b="1" dirty="0" err="1"/>
              <a:t>evens|odds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64486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9A63-A8E4-4CF9-9B9D-BAEF929C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00819"/>
            <a:ext cx="1892300" cy="764382"/>
          </a:xfrm>
        </p:spPr>
        <p:txBody>
          <a:bodyPr/>
          <a:lstStyle/>
          <a:p>
            <a:r>
              <a:rPr lang="en-CA" dirty="0"/>
              <a:t>DEMO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4E8524-0D8D-453E-B0A2-F2BDA9E59C82}"/>
              </a:ext>
            </a:extLst>
          </p:cNvPr>
          <p:cNvSpPr txBox="1">
            <a:spLocks/>
          </p:cNvSpPr>
          <p:nvPr/>
        </p:nvSpPr>
        <p:spPr>
          <a:xfrm>
            <a:off x="200025" y="583010"/>
            <a:ext cx="1892300" cy="764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400" b="1" dirty="0"/>
              <a:t>LED chase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800F98-11D4-4770-BB71-5DF61DAFB8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12" b="2233"/>
          <a:stretch/>
        </p:blipFill>
        <p:spPr>
          <a:xfrm>
            <a:off x="2171700" y="0"/>
            <a:ext cx="10020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917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FA6F2ABA91154CB6A1447C0C6344A4" ma:contentTypeVersion="13" ma:contentTypeDescription="Create a new document." ma:contentTypeScope="" ma:versionID="b2e433a53fb4d00d74ccb11071e5b5ae">
  <xsd:schema xmlns:xsd="http://www.w3.org/2001/XMLSchema" xmlns:xs="http://www.w3.org/2001/XMLSchema" xmlns:p="http://schemas.microsoft.com/office/2006/metadata/properties" xmlns:ns3="7c34a598-813f-420e-b236-af83e43e373a" xmlns:ns4="97058c51-c72f-4e17-8c83-a53108498a8d" targetNamespace="http://schemas.microsoft.com/office/2006/metadata/properties" ma:root="true" ma:fieldsID="4ccf70996b506dac89d6cb143000d25a" ns3:_="" ns4:_="">
    <xsd:import namespace="7c34a598-813f-420e-b236-af83e43e373a"/>
    <xsd:import namespace="97058c51-c72f-4e17-8c83-a53108498a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4a598-813f-420e-b236-af83e43e3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58c51-c72f-4e17-8c83-a53108498a8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F5B333-3F6A-46B3-BC04-C8E8A8AC2E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9BAF01-661F-4A7F-8A05-97ABF9D39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34a598-813f-420e-b236-af83e43e373a"/>
    <ds:schemaRef ds:uri="97058c51-c72f-4e17-8c83-a53108498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58838E-CBEA-4E0D-8975-33463D512FD3}">
  <ds:schemaRefs>
    <ds:schemaRef ds:uri="7c34a598-813f-420e-b236-af83e43e373a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97058c51-c72f-4e17-8c83-a53108498a8d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1045</Words>
  <Application>Microsoft Office PowerPoint</Application>
  <PresentationFormat>Widescreen</PresentationFormat>
  <Paragraphs>104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Intermediate Coding</vt:lpstr>
      <vt:lpstr>PowerPoint Presentation</vt:lpstr>
      <vt:lpstr>Two Types of Loops</vt:lpstr>
      <vt:lpstr>PowerPoint Presentation</vt:lpstr>
      <vt:lpstr>Using a while loop to improve our code:</vt:lpstr>
      <vt:lpstr>PowerPoint Presentation</vt:lpstr>
      <vt:lpstr>Using a for loop to improve our code:</vt:lpstr>
      <vt:lpstr>while loop vs for loop</vt:lpstr>
      <vt:lpstr>PowerPoint Presentation</vt:lpstr>
      <vt:lpstr>DEMO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Scott, Stefan</dc:creator>
  <cp:lastModifiedBy>stefan scott</cp:lastModifiedBy>
  <cp:revision>12</cp:revision>
  <dcterms:created xsi:type="dcterms:W3CDTF">2020-11-03T15:57:20Z</dcterms:created>
  <dcterms:modified xsi:type="dcterms:W3CDTF">2020-11-12T04:46:56Z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0x010100C4FA6F2ABA91154CB6A1447C0C6344A4</vt:lpwstr>
  </property>
</Properties>
</file>