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9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ECC53-545C-414D-8714-12DA0F816B55}" v="642" dt="2020-11-16T16:48:28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3102" autoAdjust="0"/>
  </p:normalViewPr>
  <p:slideViewPr>
    <p:cSldViewPr snapToGrid="0">
      <p:cViewPr varScale="1">
        <p:scale>
          <a:sx n="72" d="100"/>
          <a:sy n="72" d="100"/>
        </p:scale>
        <p:origin x="20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Stefan" userId="881558bf-77e1-4109-9642-244265a79c16" providerId="ADAL" clId="{C3AECC53-545C-414D-8714-12DA0F816B55}"/>
    <pc:docChg chg="undo custSel mod addSld delSld modSld">
      <pc:chgData name="Scott, Stefan" userId="881558bf-77e1-4109-9642-244265a79c16" providerId="ADAL" clId="{C3AECC53-545C-414D-8714-12DA0F816B55}" dt="2020-11-16T16:48:28.389" v="1839"/>
      <pc:docMkLst>
        <pc:docMk/>
      </pc:docMkLst>
      <pc:sldChg chg="addSp modSp">
        <pc:chgData name="Scott, Stefan" userId="881558bf-77e1-4109-9642-244265a79c16" providerId="ADAL" clId="{C3AECC53-545C-414D-8714-12DA0F816B55}" dt="2020-11-16T16:17:08.240" v="441" actId="1076"/>
        <pc:sldMkLst>
          <pc:docMk/>
          <pc:sldMk cId="2946179972" sldId="259"/>
        </pc:sldMkLst>
        <pc:spChg chg="mod">
          <ac:chgData name="Scott, Stefan" userId="881558bf-77e1-4109-9642-244265a79c16" providerId="ADAL" clId="{C3AECC53-545C-414D-8714-12DA0F816B55}" dt="2020-11-16T16:08:04.824" v="19" actId="20577"/>
          <ac:spMkLst>
            <pc:docMk/>
            <pc:sldMk cId="2946179972" sldId="259"/>
            <ac:spMk id="2" creationId="{06043635-3432-4064-8143-4F9979D960DA}"/>
          </ac:spMkLst>
        </pc:spChg>
        <pc:spChg chg="mod">
          <ac:chgData name="Scott, Stefan" userId="881558bf-77e1-4109-9642-244265a79c16" providerId="ADAL" clId="{C3AECC53-545C-414D-8714-12DA0F816B55}" dt="2020-11-16T16:08:18.455" v="47" actId="6549"/>
          <ac:spMkLst>
            <pc:docMk/>
            <pc:sldMk cId="2946179972" sldId="259"/>
            <ac:spMk id="3" creationId="{0AFEB9A6-23FA-47F7-93BC-2883DE0D7D8D}"/>
          </ac:spMkLst>
        </pc:spChg>
        <pc:picChg chg="add mod">
          <ac:chgData name="Scott, Stefan" userId="881558bf-77e1-4109-9642-244265a79c16" providerId="ADAL" clId="{C3AECC53-545C-414D-8714-12DA0F816B55}" dt="2020-11-16T16:17:08.240" v="441" actId="1076"/>
          <ac:picMkLst>
            <pc:docMk/>
            <pc:sldMk cId="2946179972" sldId="259"/>
            <ac:picMk id="5" creationId="{1883005E-5EA8-476F-AC43-D1378A5FE935}"/>
          </ac:picMkLst>
        </pc:picChg>
      </pc:sldChg>
      <pc:sldChg chg="addSp delSp modSp mod setBg delAnim modAnim setClrOvrMap">
        <pc:chgData name="Scott, Stefan" userId="881558bf-77e1-4109-9642-244265a79c16" providerId="ADAL" clId="{C3AECC53-545C-414D-8714-12DA0F816B55}" dt="2020-11-16T16:30:41.347" v="1164" actId="5793"/>
        <pc:sldMkLst>
          <pc:docMk/>
          <pc:sldMk cId="2665764569" sldId="262"/>
        </pc:sldMkLst>
        <pc:spChg chg="mod ord">
          <ac:chgData name="Scott, Stefan" userId="881558bf-77e1-4109-9642-244265a79c16" providerId="ADAL" clId="{C3AECC53-545C-414D-8714-12DA0F816B55}" dt="2020-11-16T16:30:41.347" v="1164" actId="5793"/>
          <ac:spMkLst>
            <pc:docMk/>
            <pc:sldMk cId="2665764569" sldId="262"/>
            <ac:spMk id="3" creationId="{097CCB8C-C38A-4E34-9673-876D462D13AF}"/>
          </ac:spMkLst>
        </pc:spChg>
        <pc:spChg chg="mod">
          <ac:chgData name="Scott, Stefan" userId="881558bf-77e1-4109-9642-244265a79c16" providerId="ADAL" clId="{C3AECC53-545C-414D-8714-12DA0F816B55}" dt="2020-11-16T16:25:37.575" v="874" actId="1076"/>
          <ac:spMkLst>
            <pc:docMk/>
            <pc:sldMk cId="2665764569" sldId="262"/>
            <ac:spMk id="4" creationId="{93240666-4804-45CB-B9DF-AFBE1B316870}"/>
          </ac:spMkLst>
        </pc:spChg>
        <pc:spChg chg="del">
          <ac:chgData name="Scott, Stefan" userId="881558bf-77e1-4109-9642-244265a79c16" providerId="ADAL" clId="{C3AECC53-545C-414D-8714-12DA0F816B55}" dt="2020-11-16T16:21:02.623" v="701" actId="478"/>
          <ac:spMkLst>
            <pc:docMk/>
            <pc:sldMk cId="2665764569" sldId="262"/>
            <ac:spMk id="6" creationId="{E6451A0D-C6D5-45CC-A267-805D98905056}"/>
          </ac:spMkLst>
        </pc:spChg>
        <pc:spChg chg="add">
          <ac:chgData name="Scott, Stefan" userId="881558bf-77e1-4109-9642-244265a79c16" providerId="ADAL" clId="{C3AECC53-545C-414D-8714-12DA0F816B55}" dt="2020-11-16T16:21:39.550" v="710" actId="26606"/>
          <ac:spMkLst>
            <pc:docMk/>
            <pc:sldMk cId="2665764569" sldId="262"/>
            <ac:spMk id="11" creationId="{CF62D2A7-8207-488C-9F46-316BA81A16C8}"/>
          </ac:spMkLst>
        </pc:spChg>
        <pc:spChg chg="add del">
          <ac:chgData name="Scott, Stefan" userId="881558bf-77e1-4109-9642-244265a79c16" providerId="ADAL" clId="{C3AECC53-545C-414D-8714-12DA0F816B55}" dt="2020-11-16T16:21:37.593" v="709" actId="26606"/>
          <ac:spMkLst>
            <pc:docMk/>
            <pc:sldMk cId="2665764569" sldId="262"/>
            <ac:spMk id="14" creationId="{F56F5174-31D9-4DBB-AAB7-A1FD7BDB1352}"/>
          </ac:spMkLst>
        </pc:spChg>
        <pc:spChg chg="add del">
          <ac:chgData name="Scott, Stefan" userId="881558bf-77e1-4109-9642-244265a79c16" providerId="ADAL" clId="{C3AECC53-545C-414D-8714-12DA0F816B55}" dt="2020-11-16T16:21:37.593" v="709" actId="26606"/>
          <ac:spMkLst>
            <pc:docMk/>
            <pc:sldMk cId="2665764569" sldId="262"/>
            <ac:spMk id="18" creationId="{F9A95BEE-6BB1-4A28-A8E6-A34B2E42EF87}"/>
          </ac:spMkLst>
        </pc:spChg>
        <pc:picChg chg="del">
          <ac:chgData name="Scott, Stefan" userId="881558bf-77e1-4109-9642-244265a79c16" providerId="ADAL" clId="{C3AECC53-545C-414D-8714-12DA0F816B55}" dt="2020-11-16T16:07:57.697" v="7" actId="478"/>
          <ac:picMkLst>
            <pc:docMk/>
            <pc:sldMk cId="2665764569" sldId="262"/>
            <ac:picMk id="5" creationId="{11725951-BC85-4E07-BF65-CD8D46507209}"/>
          </ac:picMkLst>
        </pc:picChg>
        <pc:picChg chg="add del mod">
          <ac:chgData name="Scott, Stefan" userId="881558bf-77e1-4109-9642-244265a79c16" providerId="ADAL" clId="{C3AECC53-545C-414D-8714-12DA0F816B55}" dt="2020-11-16T16:17:43.802" v="448" actId="478"/>
          <ac:picMkLst>
            <pc:docMk/>
            <pc:sldMk cId="2665764569" sldId="262"/>
            <ac:picMk id="7" creationId="{08410615-4A8E-477E-A31D-05E25F22D204}"/>
          </ac:picMkLst>
        </pc:picChg>
        <pc:picChg chg="add mod">
          <ac:chgData name="Scott, Stefan" userId="881558bf-77e1-4109-9642-244265a79c16" providerId="ADAL" clId="{C3AECC53-545C-414D-8714-12DA0F816B55}" dt="2020-11-16T16:21:39.550" v="710" actId="26606"/>
          <ac:picMkLst>
            <pc:docMk/>
            <pc:sldMk cId="2665764569" sldId="262"/>
            <ac:picMk id="9" creationId="{D8ACE6BE-B3F3-4E5A-BBF8-80B2CFA27A7D}"/>
          </ac:picMkLst>
        </pc:picChg>
        <pc:picChg chg="add del">
          <ac:chgData name="Scott, Stefan" userId="881558bf-77e1-4109-9642-244265a79c16" providerId="ADAL" clId="{C3AECC53-545C-414D-8714-12DA0F816B55}" dt="2020-11-16T16:21:37.593" v="709" actId="26606"/>
          <ac:picMkLst>
            <pc:docMk/>
            <pc:sldMk cId="2665764569" sldId="262"/>
            <ac:picMk id="16" creationId="{AE113210-7872-481A-ADE6-3A05CCAF5EB2}"/>
          </ac:picMkLst>
        </pc:picChg>
      </pc:sldChg>
      <pc:sldChg chg="del">
        <pc:chgData name="Scott, Stefan" userId="881558bf-77e1-4109-9642-244265a79c16" providerId="ADAL" clId="{C3AECC53-545C-414D-8714-12DA0F816B55}" dt="2020-11-16T16:07:52.160" v="0" actId="2696"/>
        <pc:sldMkLst>
          <pc:docMk/>
          <pc:sldMk cId="2043757886" sldId="263"/>
        </pc:sldMkLst>
      </pc:sldChg>
      <pc:sldChg chg="addSp delSp modSp add modNotesTx">
        <pc:chgData name="Scott, Stefan" userId="881558bf-77e1-4109-9642-244265a79c16" providerId="ADAL" clId="{C3AECC53-545C-414D-8714-12DA0F816B55}" dt="2020-11-16T16:13:16.842" v="365" actId="20577"/>
        <pc:sldMkLst>
          <pc:docMk/>
          <pc:sldMk cId="3020728242" sldId="263"/>
        </pc:sldMkLst>
        <pc:spChg chg="del">
          <ac:chgData name="Scott, Stefan" userId="881558bf-77e1-4109-9642-244265a79c16" providerId="ADAL" clId="{C3AECC53-545C-414D-8714-12DA0F816B55}" dt="2020-11-16T16:09:08.244" v="50"/>
          <ac:spMkLst>
            <pc:docMk/>
            <pc:sldMk cId="3020728242" sldId="263"/>
            <ac:spMk id="3" creationId="{D2BE641A-81BA-4445-82BA-71FAF1E4E130}"/>
          </ac:spMkLst>
        </pc:spChg>
        <pc:picChg chg="add mod">
          <ac:chgData name="Scott, Stefan" userId="881558bf-77e1-4109-9642-244265a79c16" providerId="ADAL" clId="{C3AECC53-545C-414D-8714-12DA0F816B55}" dt="2020-11-16T16:09:32.203" v="59" actId="1076"/>
          <ac:picMkLst>
            <pc:docMk/>
            <pc:sldMk cId="3020728242" sldId="263"/>
            <ac:picMk id="5" creationId="{6AE43864-1C4C-497C-AFC4-0A8E88C8FE9F}"/>
          </ac:picMkLst>
        </pc:picChg>
      </pc:sldChg>
      <pc:sldChg chg="addSp delSp modSp add modNotesTx">
        <pc:chgData name="Scott, Stefan" userId="881558bf-77e1-4109-9642-244265a79c16" providerId="ADAL" clId="{C3AECC53-545C-414D-8714-12DA0F816B55}" dt="2020-11-16T16:13:34.202" v="435" actId="20577"/>
        <pc:sldMkLst>
          <pc:docMk/>
          <pc:sldMk cId="123619529" sldId="264"/>
        </pc:sldMkLst>
        <pc:spChg chg="del">
          <ac:chgData name="Scott, Stefan" userId="881558bf-77e1-4109-9642-244265a79c16" providerId="ADAL" clId="{C3AECC53-545C-414D-8714-12DA0F816B55}" dt="2020-11-16T16:10:14.462" v="237" actId="478"/>
          <ac:spMkLst>
            <pc:docMk/>
            <pc:sldMk cId="123619529" sldId="264"/>
            <ac:spMk id="2" creationId="{F4D87748-5C31-486B-AB57-0F9BBA006C0A}"/>
          </ac:spMkLst>
        </pc:spChg>
        <pc:spChg chg="del">
          <ac:chgData name="Scott, Stefan" userId="881558bf-77e1-4109-9642-244265a79c16" providerId="ADAL" clId="{C3AECC53-545C-414D-8714-12DA0F816B55}" dt="2020-11-16T16:09:45.727" v="60"/>
          <ac:spMkLst>
            <pc:docMk/>
            <pc:sldMk cId="123619529" sldId="264"/>
            <ac:spMk id="3" creationId="{573A8C2D-EBF2-4A1B-BA7B-A407C76B14AD}"/>
          </ac:spMkLst>
        </pc:spChg>
        <pc:picChg chg="add mod">
          <ac:chgData name="Scott, Stefan" userId="881558bf-77e1-4109-9642-244265a79c16" providerId="ADAL" clId="{C3AECC53-545C-414D-8714-12DA0F816B55}" dt="2020-11-16T16:10:22.753" v="240" actId="14100"/>
          <ac:picMkLst>
            <pc:docMk/>
            <pc:sldMk cId="123619529" sldId="264"/>
            <ac:picMk id="5" creationId="{65A2F438-0079-4B5C-93BF-2BE608530158}"/>
          </ac:picMkLst>
        </pc:picChg>
      </pc:sldChg>
      <pc:sldChg chg="del">
        <pc:chgData name="Scott, Stefan" userId="881558bf-77e1-4109-9642-244265a79c16" providerId="ADAL" clId="{C3AECC53-545C-414D-8714-12DA0F816B55}" dt="2020-11-16T16:07:52.289" v="1" actId="2696"/>
        <pc:sldMkLst>
          <pc:docMk/>
          <pc:sldMk cId="3366082572" sldId="264"/>
        </pc:sldMkLst>
      </pc:sldChg>
      <pc:sldChg chg="addSp delSp modSp add modAnim">
        <pc:chgData name="Scott, Stefan" userId="881558bf-77e1-4109-9642-244265a79c16" providerId="ADAL" clId="{C3AECC53-545C-414D-8714-12DA0F816B55}" dt="2020-11-16T16:40:41.363" v="1623"/>
        <pc:sldMkLst>
          <pc:docMk/>
          <pc:sldMk cId="3454758788" sldId="265"/>
        </pc:sldMkLst>
        <pc:spChg chg="add del">
          <ac:chgData name="Scott, Stefan" userId="881558bf-77e1-4109-9642-244265a79c16" providerId="ADAL" clId="{C3AECC53-545C-414D-8714-12DA0F816B55}" dt="2020-11-16T16:27:28.423" v="1011" actId="478"/>
          <ac:spMkLst>
            <pc:docMk/>
            <pc:sldMk cId="3454758788" sldId="265"/>
            <ac:spMk id="2" creationId="{A747FA17-C03B-47AC-B4E1-EABC65DA2DD7}"/>
          </ac:spMkLst>
        </pc:spChg>
        <pc:spChg chg="del">
          <ac:chgData name="Scott, Stefan" userId="881558bf-77e1-4109-9642-244265a79c16" providerId="ADAL" clId="{C3AECC53-545C-414D-8714-12DA0F816B55}" dt="2020-11-16T16:27:09.479" v="939" actId="478"/>
          <ac:spMkLst>
            <pc:docMk/>
            <pc:sldMk cId="3454758788" sldId="265"/>
            <ac:spMk id="3" creationId="{467F3BF9-732C-4CBA-8805-F718F7AA5D4A}"/>
          </ac:spMkLst>
        </pc:spChg>
        <pc:spChg chg="add del mod">
          <ac:chgData name="Scott, Stefan" userId="881558bf-77e1-4109-9642-244265a79c16" providerId="ADAL" clId="{C3AECC53-545C-414D-8714-12DA0F816B55}" dt="2020-11-16T16:27:29.999" v="1012" actId="478"/>
          <ac:spMkLst>
            <pc:docMk/>
            <pc:sldMk cId="3454758788" sldId="265"/>
            <ac:spMk id="4" creationId="{EED90A74-0DC7-4F59-ACD1-8ED8E41136BA}"/>
          </ac:spMkLst>
        </pc:spChg>
        <pc:spChg chg="add del">
          <ac:chgData name="Scott, Stefan" userId="881558bf-77e1-4109-9642-244265a79c16" providerId="ADAL" clId="{C3AECC53-545C-414D-8714-12DA0F816B55}" dt="2020-11-16T16:27:34.646" v="1014"/>
          <ac:spMkLst>
            <pc:docMk/>
            <pc:sldMk cId="3454758788" sldId="265"/>
            <ac:spMk id="5" creationId="{753529E2-C716-44C6-A066-56EE9472DFBA}"/>
          </ac:spMkLst>
        </pc:spChg>
        <pc:spChg chg="add mod">
          <ac:chgData name="Scott, Stefan" userId="881558bf-77e1-4109-9642-244265a79c16" providerId="ADAL" clId="{C3AECC53-545C-414D-8714-12DA0F816B55}" dt="2020-11-16T16:27:49.989" v="1020" actId="20577"/>
          <ac:spMkLst>
            <pc:docMk/>
            <pc:sldMk cId="3454758788" sldId="265"/>
            <ac:spMk id="6" creationId="{7EA4E660-D23D-44A9-B609-E5F0EB959168}"/>
          </ac:spMkLst>
        </pc:spChg>
        <pc:spChg chg="add mod">
          <ac:chgData name="Scott, Stefan" userId="881558bf-77e1-4109-9642-244265a79c16" providerId="ADAL" clId="{C3AECC53-545C-414D-8714-12DA0F816B55}" dt="2020-11-16T16:28:04.668" v="1057" actId="1076"/>
          <ac:spMkLst>
            <pc:docMk/>
            <pc:sldMk cId="3454758788" sldId="265"/>
            <ac:spMk id="7" creationId="{EEEB3E34-2B93-4E1B-B49B-395706920607}"/>
          </ac:spMkLst>
        </pc:spChg>
        <pc:spChg chg="add mod">
          <ac:chgData name="Scott, Stefan" userId="881558bf-77e1-4109-9642-244265a79c16" providerId="ADAL" clId="{C3AECC53-545C-414D-8714-12DA0F816B55}" dt="2020-11-16T16:37:24.988" v="1403" actId="14100"/>
          <ac:spMkLst>
            <pc:docMk/>
            <pc:sldMk cId="3454758788" sldId="265"/>
            <ac:spMk id="12" creationId="{88FE53FA-F593-4C3C-B994-F7FEEF00415C}"/>
          </ac:spMkLst>
        </pc:spChg>
        <pc:spChg chg="add mod">
          <ac:chgData name="Scott, Stefan" userId="881558bf-77e1-4109-9642-244265a79c16" providerId="ADAL" clId="{C3AECC53-545C-414D-8714-12DA0F816B55}" dt="2020-11-16T16:37:21.398" v="1402" actId="14100"/>
          <ac:spMkLst>
            <pc:docMk/>
            <pc:sldMk cId="3454758788" sldId="265"/>
            <ac:spMk id="13" creationId="{B0747BE0-CE3A-4964-84E6-6238F9F33BD8}"/>
          </ac:spMkLst>
        </pc:spChg>
        <pc:spChg chg="add mod">
          <ac:chgData name="Scott, Stefan" userId="881558bf-77e1-4109-9642-244265a79c16" providerId="ADAL" clId="{C3AECC53-545C-414D-8714-12DA0F816B55}" dt="2020-11-16T16:37:31.488" v="1404" actId="14100"/>
          <ac:spMkLst>
            <pc:docMk/>
            <pc:sldMk cId="3454758788" sldId="265"/>
            <ac:spMk id="14" creationId="{4854D5C3-1A18-4E0D-AED4-2CD794E19580}"/>
          </ac:spMkLst>
        </pc:spChg>
        <pc:spChg chg="add mod">
          <ac:chgData name="Scott, Stefan" userId="881558bf-77e1-4109-9642-244265a79c16" providerId="ADAL" clId="{C3AECC53-545C-414D-8714-12DA0F816B55}" dt="2020-11-16T16:37:03.454" v="1398" actId="20577"/>
          <ac:spMkLst>
            <pc:docMk/>
            <pc:sldMk cId="3454758788" sldId="265"/>
            <ac:spMk id="15" creationId="{96E31B79-24C6-4397-B35E-73FA4D3E0EA8}"/>
          </ac:spMkLst>
        </pc:spChg>
        <pc:spChg chg="add mod">
          <ac:chgData name="Scott, Stefan" userId="881558bf-77e1-4109-9642-244265a79c16" providerId="ADAL" clId="{C3AECC53-545C-414D-8714-12DA0F816B55}" dt="2020-11-16T16:39:11.768" v="1495" actId="14100"/>
          <ac:spMkLst>
            <pc:docMk/>
            <pc:sldMk cId="3454758788" sldId="265"/>
            <ac:spMk id="16" creationId="{A3376B48-8AE0-4981-BC8D-C607ADD2DE57}"/>
          </ac:spMkLst>
        </pc:spChg>
        <pc:spChg chg="add mod">
          <ac:chgData name="Scott, Stefan" userId="881558bf-77e1-4109-9642-244265a79c16" providerId="ADAL" clId="{C3AECC53-545C-414D-8714-12DA0F816B55}" dt="2020-11-16T16:39:09.473" v="1494" actId="1076"/>
          <ac:spMkLst>
            <pc:docMk/>
            <pc:sldMk cId="3454758788" sldId="265"/>
            <ac:spMk id="17" creationId="{AE4A3D67-DCAA-435B-AE67-B420CAB914EB}"/>
          </ac:spMkLst>
        </pc:spChg>
        <pc:spChg chg="add mod">
          <ac:chgData name="Scott, Stefan" userId="881558bf-77e1-4109-9642-244265a79c16" providerId="ADAL" clId="{C3AECC53-545C-414D-8714-12DA0F816B55}" dt="2020-11-16T16:40:06.028" v="1618" actId="14100"/>
          <ac:spMkLst>
            <pc:docMk/>
            <pc:sldMk cId="3454758788" sldId="265"/>
            <ac:spMk id="18" creationId="{2E290702-3841-4EB9-8FA4-551FAC933265}"/>
          </ac:spMkLst>
        </pc:spChg>
        <pc:spChg chg="add mod">
          <ac:chgData name="Scott, Stefan" userId="881558bf-77e1-4109-9642-244265a79c16" providerId="ADAL" clId="{C3AECC53-545C-414D-8714-12DA0F816B55}" dt="2020-11-16T16:40:01.076" v="1617" actId="20577"/>
          <ac:spMkLst>
            <pc:docMk/>
            <pc:sldMk cId="3454758788" sldId="265"/>
            <ac:spMk id="19" creationId="{E68CCCB9-7212-47F3-A9B5-FF24A45F1D8A}"/>
          </ac:spMkLst>
        </pc:spChg>
        <pc:picChg chg="add mod">
          <ac:chgData name="Scott, Stefan" userId="881558bf-77e1-4109-9642-244265a79c16" providerId="ADAL" clId="{C3AECC53-545C-414D-8714-12DA0F816B55}" dt="2020-11-16T16:35:01.464" v="1185" actId="1076"/>
          <ac:picMkLst>
            <pc:docMk/>
            <pc:sldMk cId="3454758788" sldId="265"/>
            <ac:picMk id="9" creationId="{A841A875-C290-45EC-B795-86D85748146B}"/>
          </ac:picMkLst>
        </pc:picChg>
        <pc:picChg chg="add mod">
          <ac:chgData name="Scott, Stefan" userId="881558bf-77e1-4109-9642-244265a79c16" providerId="ADAL" clId="{C3AECC53-545C-414D-8714-12DA0F816B55}" dt="2020-11-16T16:35:06.072" v="1186" actId="1076"/>
          <ac:picMkLst>
            <pc:docMk/>
            <pc:sldMk cId="3454758788" sldId="265"/>
            <ac:picMk id="11" creationId="{6A05CC80-E14D-4024-8296-5B62739947B2}"/>
          </ac:picMkLst>
        </pc:picChg>
      </pc:sldChg>
      <pc:sldChg chg="del">
        <pc:chgData name="Scott, Stefan" userId="881558bf-77e1-4109-9642-244265a79c16" providerId="ADAL" clId="{C3AECC53-545C-414D-8714-12DA0F816B55}" dt="2020-11-16T16:07:53.249" v="4" actId="2696"/>
        <pc:sldMkLst>
          <pc:docMk/>
          <pc:sldMk cId="3840032847" sldId="265"/>
        </pc:sldMkLst>
      </pc:sldChg>
      <pc:sldChg chg="del">
        <pc:chgData name="Scott, Stefan" userId="881558bf-77e1-4109-9642-244265a79c16" providerId="ADAL" clId="{C3AECC53-545C-414D-8714-12DA0F816B55}" dt="2020-11-16T16:07:53.569" v="5" actId="2696"/>
        <pc:sldMkLst>
          <pc:docMk/>
          <pc:sldMk cId="1670280438" sldId="266"/>
        </pc:sldMkLst>
      </pc:sldChg>
      <pc:sldChg chg="addSp delSp modSp add modAnim">
        <pc:chgData name="Scott, Stefan" userId="881558bf-77e1-4109-9642-244265a79c16" providerId="ADAL" clId="{C3AECC53-545C-414D-8714-12DA0F816B55}" dt="2020-11-16T16:48:28.389" v="1839"/>
        <pc:sldMkLst>
          <pc:docMk/>
          <pc:sldMk cId="3040422982" sldId="266"/>
        </pc:sldMkLst>
        <pc:spChg chg="del">
          <ac:chgData name="Scott, Stefan" userId="881558bf-77e1-4109-9642-244265a79c16" providerId="ADAL" clId="{C3AECC53-545C-414D-8714-12DA0F816B55}" dt="2020-11-16T16:46:08.825" v="1632" actId="478"/>
          <ac:spMkLst>
            <pc:docMk/>
            <pc:sldMk cId="3040422982" sldId="266"/>
            <ac:spMk id="2" creationId="{24C359C9-C49B-4FA5-9175-809546079DA6}"/>
          </ac:spMkLst>
        </pc:spChg>
        <pc:spChg chg="del">
          <ac:chgData name="Scott, Stefan" userId="881558bf-77e1-4109-9642-244265a79c16" providerId="ADAL" clId="{C3AECC53-545C-414D-8714-12DA0F816B55}" dt="2020-11-16T16:46:09.312" v="1633" actId="478"/>
          <ac:spMkLst>
            <pc:docMk/>
            <pc:sldMk cId="3040422982" sldId="266"/>
            <ac:spMk id="3" creationId="{CB03A4F8-2BFC-4BDD-B02F-FF0D37A654FF}"/>
          </ac:spMkLst>
        </pc:spChg>
        <pc:spChg chg="add mod">
          <ac:chgData name="Scott, Stefan" userId="881558bf-77e1-4109-9642-244265a79c16" providerId="ADAL" clId="{C3AECC53-545C-414D-8714-12DA0F816B55}" dt="2020-11-16T16:46:12.960" v="1634" actId="1076"/>
          <ac:spMkLst>
            <pc:docMk/>
            <pc:sldMk cId="3040422982" sldId="266"/>
            <ac:spMk id="4" creationId="{45D18825-AB5A-4E8D-9157-EA13BF520F93}"/>
          </ac:spMkLst>
        </pc:spChg>
        <pc:spChg chg="add mod">
          <ac:chgData name="Scott, Stefan" userId="881558bf-77e1-4109-9642-244265a79c16" providerId="ADAL" clId="{C3AECC53-545C-414D-8714-12DA0F816B55}" dt="2020-11-16T16:48:14.982" v="1838" actId="1076"/>
          <ac:spMkLst>
            <pc:docMk/>
            <pc:sldMk cId="3040422982" sldId="266"/>
            <ac:spMk id="9" creationId="{CDAE4291-4E68-451A-B6BC-797A527C6F39}"/>
          </ac:spMkLst>
        </pc:spChg>
        <pc:picChg chg="add mod">
          <ac:chgData name="Scott, Stefan" userId="881558bf-77e1-4109-9642-244265a79c16" providerId="ADAL" clId="{C3AECC53-545C-414D-8714-12DA0F816B55}" dt="2020-11-16T16:46:50.805" v="1645" actId="14100"/>
          <ac:picMkLst>
            <pc:docMk/>
            <pc:sldMk cId="3040422982" sldId="266"/>
            <ac:picMk id="6" creationId="{20A59064-EED1-4CE8-9D53-A1684F43B1E8}"/>
          </ac:picMkLst>
        </pc:picChg>
        <pc:picChg chg="add mod">
          <ac:chgData name="Scott, Stefan" userId="881558bf-77e1-4109-9642-244265a79c16" providerId="ADAL" clId="{C3AECC53-545C-414D-8714-12DA0F816B55}" dt="2020-11-16T16:46:56.700" v="1648" actId="1076"/>
          <ac:picMkLst>
            <pc:docMk/>
            <pc:sldMk cId="3040422982" sldId="266"/>
            <ac:picMk id="8" creationId="{0AE6536D-A4ED-4238-9D60-DA2092A6FEA5}"/>
          </ac:picMkLst>
        </pc:picChg>
      </pc:sldChg>
      <pc:sldChg chg="del">
        <pc:chgData name="Scott, Stefan" userId="881558bf-77e1-4109-9642-244265a79c16" providerId="ADAL" clId="{C3AECC53-545C-414D-8714-12DA0F816B55}" dt="2020-11-16T16:07:53.976" v="6" actId="2696"/>
        <pc:sldMkLst>
          <pc:docMk/>
          <pc:sldMk cId="2968388859" sldId="267"/>
        </pc:sldMkLst>
      </pc:sldChg>
      <pc:sldChg chg="del">
        <pc:chgData name="Scott, Stefan" userId="881558bf-77e1-4109-9642-244265a79c16" providerId="ADAL" clId="{C3AECC53-545C-414D-8714-12DA0F816B55}" dt="2020-11-16T16:07:52.596" v="2" actId="2696"/>
        <pc:sldMkLst>
          <pc:docMk/>
          <pc:sldMk cId="3392764428" sldId="268"/>
        </pc:sldMkLst>
      </pc:sldChg>
      <pc:sldChg chg="del">
        <pc:chgData name="Scott, Stefan" userId="881558bf-77e1-4109-9642-244265a79c16" providerId="ADAL" clId="{C3AECC53-545C-414D-8714-12DA0F816B55}" dt="2020-11-16T16:07:52.942" v="3" actId="2696"/>
        <pc:sldMkLst>
          <pc:docMk/>
          <pc:sldMk cId="960868655" sldId="269"/>
        </pc:sldMkLst>
      </pc:sldChg>
    </pc:docChg>
  </pc:docChgLst>
  <pc:docChgLst>
    <pc:chgData name="Scott, Stefan" userId="881558bf-77e1-4109-9642-244265a79c16" providerId="ADAL" clId="{75C7BD07-7581-435C-B6D2-73515BEA01EA}"/>
    <pc:docChg chg="undo custSel addSld modSld">
      <pc:chgData name="Scott, Stefan" userId="881558bf-77e1-4109-9642-244265a79c16" providerId="ADAL" clId="{75C7BD07-7581-435C-B6D2-73515BEA01EA}" dt="2020-11-06T15:39:07.890" v="1171" actId="692"/>
      <pc:docMkLst>
        <pc:docMk/>
      </pc:docMkLst>
      <pc:sldChg chg="addSp delSp modSp delAnim">
        <pc:chgData name="Scott, Stefan" userId="881558bf-77e1-4109-9642-244265a79c16" providerId="ADAL" clId="{75C7BD07-7581-435C-B6D2-73515BEA01EA}" dt="2020-11-06T15:39:07.890" v="1171" actId="692"/>
        <pc:sldMkLst>
          <pc:docMk/>
          <pc:sldMk cId="2968388859" sldId="267"/>
        </pc:sldMkLst>
        <pc:picChg chg="add mod">
          <ac:chgData name="Scott, Stefan" userId="881558bf-77e1-4109-9642-244265a79c16" providerId="ADAL" clId="{75C7BD07-7581-435C-B6D2-73515BEA01EA}" dt="2020-11-06T15:39:07.890" v="1171" actId="692"/>
          <ac:picMkLst>
            <pc:docMk/>
            <pc:sldMk cId="2968388859" sldId="267"/>
            <ac:picMk id="2" creationId="{267CD055-6AE6-4BA8-9C2E-FE6D9FDD3560}"/>
          </ac:picMkLst>
        </pc:picChg>
        <pc:picChg chg="del">
          <ac:chgData name="Scott, Stefan" userId="881558bf-77e1-4109-9642-244265a79c16" providerId="ADAL" clId="{75C7BD07-7581-435C-B6D2-73515BEA01EA}" dt="2020-11-06T15:38:43.196" v="1163" actId="478"/>
          <ac:picMkLst>
            <pc:docMk/>
            <pc:sldMk cId="2968388859" sldId="267"/>
            <ac:picMk id="5" creationId="{99E10F43-E29E-47E8-9467-C93692D4A539}"/>
          </ac:picMkLst>
        </pc:picChg>
      </pc:sldChg>
      <pc:sldChg chg="addSp delSp modSp add modAnim modNotesTx">
        <pc:chgData name="Scott, Stefan" userId="881558bf-77e1-4109-9642-244265a79c16" providerId="ADAL" clId="{75C7BD07-7581-435C-B6D2-73515BEA01EA}" dt="2020-11-06T15:23:45.975" v="491" actId="5793"/>
        <pc:sldMkLst>
          <pc:docMk/>
          <pc:sldMk cId="3392764428" sldId="268"/>
        </pc:sldMkLst>
        <pc:spChg chg="del">
          <ac:chgData name="Scott, Stefan" userId="881558bf-77e1-4109-9642-244265a79c16" providerId="ADAL" clId="{75C7BD07-7581-435C-B6D2-73515BEA01EA}" dt="2020-11-06T15:18:13.420" v="1" actId="478"/>
          <ac:spMkLst>
            <pc:docMk/>
            <pc:sldMk cId="3392764428" sldId="268"/>
            <ac:spMk id="2" creationId="{01351DEE-3773-4D1D-96A0-6F51CCF1BD18}"/>
          </ac:spMkLst>
        </pc:spChg>
        <pc:spChg chg="mod">
          <ac:chgData name="Scott, Stefan" userId="881558bf-77e1-4109-9642-244265a79c16" providerId="ADAL" clId="{75C7BD07-7581-435C-B6D2-73515BEA01EA}" dt="2020-11-06T15:22:46.017" v="338" actId="1076"/>
          <ac:spMkLst>
            <pc:docMk/>
            <pc:sldMk cId="3392764428" sldId="268"/>
            <ac:spMk id="3" creationId="{D91555E4-5C8B-40E6-802A-25A0E6AF2EAC}"/>
          </ac:spMkLst>
        </pc:spChg>
        <pc:spChg chg="add mod">
          <ac:chgData name="Scott, Stefan" userId="881558bf-77e1-4109-9642-244265a79c16" providerId="ADAL" clId="{75C7BD07-7581-435C-B6D2-73515BEA01EA}" dt="2020-11-06T15:18:17.019" v="9" actId="20577"/>
          <ac:spMkLst>
            <pc:docMk/>
            <pc:sldMk cId="3392764428" sldId="268"/>
            <ac:spMk id="4" creationId="{573302F7-D3D0-41E5-BC47-F68148F31B8D}"/>
          </ac:spMkLst>
        </pc:spChg>
        <pc:picChg chg="add mod">
          <ac:chgData name="Scott, Stefan" userId="881558bf-77e1-4109-9642-244265a79c16" providerId="ADAL" clId="{75C7BD07-7581-435C-B6D2-73515BEA01EA}" dt="2020-11-06T15:19:57.165" v="13" actId="14100"/>
          <ac:picMkLst>
            <pc:docMk/>
            <pc:sldMk cId="3392764428" sldId="268"/>
            <ac:picMk id="5" creationId="{2DE0DED6-2833-4906-86CC-7D5072A0DB27}"/>
          </ac:picMkLst>
        </pc:picChg>
      </pc:sldChg>
      <pc:sldChg chg="addSp delSp modSp add modAnim">
        <pc:chgData name="Scott, Stefan" userId="881558bf-77e1-4109-9642-244265a79c16" providerId="ADAL" clId="{75C7BD07-7581-435C-B6D2-73515BEA01EA}" dt="2020-11-06T15:37:11.970" v="1162"/>
        <pc:sldMkLst>
          <pc:docMk/>
          <pc:sldMk cId="960868655" sldId="269"/>
        </pc:sldMkLst>
        <pc:spChg chg="del mod">
          <ac:chgData name="Scott, Stefan" userId="881558bf-77e1-4109-9642-244265a79c16" providerId="ADAL" clId="{75C7BD07-7581-435C-B6D2-73515BEA01EA}" dt="2020-11-06T15:25:11.181" v="518" actId="478"/>
          <ac:spMkLst>
            <pc:docMk/>
            <pc:sldMk cId="960868655" sldId="269"/>
            <ac:spMk id="2" creationId="{9FEFA04E-4369-4E19-84CE-802E4DB6970F}"/>
          </ac:spMkLst>
        </pc:spChg>
        <pc:spChg chg="mod ord">
          <ac:chgData name="Scott, Stefan" userId="881558bf-77e1-4109-9642-244265a79c16" providerId="ADAL" clId="{75C7BD07-7581-435C-B6D2-73515BEA01EA}" dt="2020-11-06T15:32:00.384" v="918" actId="20577"/>
          <ac:spMkLst>
            <pc:docMk/>
            <pc:sldMk cId="960868655" sldId="269"/>
            <ac:spMk id="3" creationId="{05C0CE40-7BF1-41F5-8EDC-9FB54AEB2125}"/>
          </ac:spMkLst>
        </pc:spChg>
        <pc:spChg chg="add mod">
          <ac:chgData name="Scott, Stefan" userId="881558bf-77e1-4109-9642-244265a79c16" providerId="ADAL" clId="{75C7BD07-7581-435C-B6D2-73515BEA01EA}" dt="2020-11-06T15:25:07.022" v="516" actId="113"/>
          <ac:spMkLst>
            <pc:docMk/>
            <pc:sldMk cId="960868655" sldId="269"/>
            <ac:spMk id="4" creationId="{2FB7E3E2-1C02-4911-8BFC-4CBF3BB9E906}"/>
          </ac:spMkLst>
        </pc:spChg>
        <pc:spChg chg="add mod">
          <ac:chgData name="Scott, Stefan" userId="881558bf-77e1-4109-9642-244265a79c16" providerId="ADAL" clId="{75C7BD07-7581-435C-B6D2-73515BEA01EA}" dt="2020-11-06T15:28:51.798" v="531" actId="14100"/>
          <ac:spMkLst>
            <pc:docMk/>
            <pc:sldMk cId="960868655" sldId="269"/>
            <ac:spMk id="6" creationId="{AC61BD19-2D15-4185-A314-37FCC94C4226}"/>
          </ac:spMkLst>
        </pc:spChg>
        <pc:spChg chg="add del mod">
          <ac:chgData name="Scott, Stefan" userId="881558bf-77e1-4109-9642-244265a79c16" providerId="ADAL" clId="{75C7BD07-7581-435C-B6D2-73515BEA01EA}" dt="2020-11-06T15:30:53.793" v="759" actId="478"/>
          <ac:spMkLst>
            <pc:docMk/>
            <pc:sldMk cId="960868655" sldId="269"/>
            <ac:spMk id="7" creationId="{3F4050C6-49FF-46A7-A781-DE529FC461A6}"/>
          </ac:spMkLst>
        </pc:spChg>
        <pc:spChg chg="add mod">
          <ac:chgData name="Scott, Stefan" userId="881558bf-77e1-4109-9642-244265a79c16" providerId="ADAL" clId="{75C7BD07-7581-435C-B6D2-73515BEA01EA}" dt="2020-11-06T15:32:11.761" v="920" actId="14100"/>
          <ac:spMkLst>
            <pc:docMk/>
            <pc:sldMk cId="960868655" sldId="269"/>
            <ac:spMk id="8" creationId="{84822AA4-C54B-43AF-85A2-29E7222F1F04}"/>
          </ac:spMkLst>
        </pc:spChg>
        <pc:spChg chg="add mod">
          <ac:chgData name="Scott, Stefan" userId="881558bf-77e1-4109-9642-244265a79c16" providerId="ADAL" clId="{75C7BD07-7581-435C-B6D2-73515BEA01EA}" dt="2020-11-06T15:32:22.337" v="922" actId="1076"/>
          <ac:spMkLst>
            <pc:docMk/>
            <pc:sldMk cId="960868655" sldId="269"/>
            <ac:spMk id="9" creationId="{7CEE136D-A364-4C60-9712-4EE47E84421A}"/>
          </ac:spMkLst>
        </pc:spChg>
        <pc:spChg chg="add del">
          <ac:chgData name="Scott, Stefan" userId="881558bf-77e1-4109-9642-244265a79c16" providerId="ADAL" clId="{75C7BD07-7581-435C-B6D2-73515BEA01EA}" dt="2020-11-06T15:32:35.864" v="926"/>
          <ac:spMkLst>
            <pc:docMk/>
            <pc:sldMk cId="960868655" sldId="269"/>
            <ac:spMk id="10" creationId="{10848314-1D6C-411C-8FC9-BD8EB8ACD7B6}"/>
          </ac:spMkLst>
        </pc:spChg>
        <pc:spChg chg="add mod">
          <ac:chgData name="Scott, Stefan" userId="881558bf-77e1-4109-9642-244265a79c16" providerId="ADAL" clId="{75C7BD07-7581-435C-B6D2-73515BEA01EA}" dt="2020-11-06T15:36:54.054" v="1160" actId="207"/>
          <ac:spMkLst>
            <pc:docMk/>
            <pc:sldMk cId="960868655" sldId="269"/>
            <ac:spMk id="11" creationId="{470D6865-B51E-4557-AF56-00D248089996}"/>
          </ac:spMkLst>
        </pc:spChg>
        <pc:spChg chg="add del mod">
          <ac:chgData name="Scott, Stefan" userId="881558bf-77e1-4109-9642-244265a79c16" providerId="ADAL" clId="{75C7BD07-7581-435C-B6D2-73515BEA01EA}" dt="2020-11-06T15:35:30.453" v="1152" actId="11529"/>
          <ac:spMkLst>
            <pc:docMk/>
            <pc:sldMk cId="960868655" sldId="269"/>
            <ac:spMk id="21" creationId="{6CA4B3A5-6120-4796-B71F-90286DF5DC28}"/>
          </ac:spMkLst>
        </pc:spChg>
        <pc:picChg chg="add mod">
          <ac:chgData name="Scott, Stefan" userId="881558bf-77e1-4109-9642-244265a79c16" providerId="ADAL" clId="{75C7BD07-7581-435C-B6D2-73515BEA01EA}" dt="2020-11-06T15:29:51.745" v="738" actId="1076"/>
          <ac:picMkLst>
            <pc:docMk/>
            <pc:sldMk cId="960868655" sldId="269"/>
            <ac:picMk id="5" creationId="{FD67D5CC-DA62-4E04-8E0F-533CB2FFF05A}"/>
          </ac:picMkLst>
        </pc:picChg>
        <pc:cxnChg chg="add del mod">
          <ac:chgData name="Scott, Stefan" userId="881558bf-77e1-4109-9642-244265a79c16" providerId="ADAL" clId="{75C7BD07-7581-435C-B6D2-73515BEA01EA}" dt="2020-11-06T15:35:11.428" v="1150" actId="478"/>
          <ac:cxnSpMkLst>
            <pc:docMk/>
            <pc:sldMk cId="960868655" sldId="269"/>
            <ac:cxnSpMk id="13" creationId="{E5594AE1-98B6-4CA3-8AA3-DD66DF08B5D1}"/>
          </ac:cxnSpMkLst>
        </pc:cxnChg>
        <pc:cxnChg chg="add del mod">
          <ac:chgData name="Scott, Stefan" userId="881558bf-77e1-4109-9642-244265a79c16" providerId="ADAL" clId="{75C7BD07-7581-435C-B6D2-73515BEA01EA}" dt="2020-11-06T15:35:51.172" v="1154" actId="11529"/>
          <ac:cxnSpMkLst>
            <pc:docMk/>
            <pc:sldMk cId="960868655" sldId="269"/>
            <ac:cxnSpMk id="23" creationId="{8742BA9F-93FC-4E3C-8282-15A03AA30518}"/>
          </ac:cxnSpMkLst>
        </pc:cxnChg>
        <pc:cxnChg chg="add mod">
          <ac:chgData name="Scott, Stefan" userId="881558bf-77e1-4109-9642-244265a79c16" providerId="ADAL" clId="{75C7BD07-7581-435C-B6D2-73515BEA01EA}" dt="2020-11-06T15:36:29.968" v="1159" actId="1582"/>
          <ac:cxnSpMkLst>
            <pc:docMk/>
            <pc:sldMk cId="960868655" sldId="269"/>
            <ac:cxnSpMk id="25" creationId="{196F461F-61C1-4403-92DF-7527905C876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D8112-0BFA-4710-A54D-93231BBE700A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B1BD3-C868-4DF3-911E-877FAF88D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8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1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40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illustration and next are from the following How-to- Mechatronics video on </a:t>
            </a:r>
            <a:r>
              <a:rPr lang="en-US" dirty="0" err="1"/>
              <a:t>Youtube</a:t>
            </a:r>
            <a:r>
              <a:rPr lang="en-US" dirty="0"/>
              <a:t>.</a:t>
            </a:r>
          </a:p>
          <a:p>
            <a:r>
              <a:rPr lang="en-US" dirty="0"/>
              <a:t>Reference: https://www.youtube.com/watch?v=LXURLvga8bQ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30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relationship between pulse timing and servo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80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3812-C1AB-4D79-B782-31F882A9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FAF63-486D-4113-912E-5EA97E6CC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4C32-2349-4831-A7FB-65C04CAB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745A-72CB-4D3E-89F2-BA1D928D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42C9-78D1-42D0-9CB7-90288DB3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0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10F3-9367-4C78-9419-5DB6DBC5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8962-57AE-490D-A889-E9812E4D2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FF02-2B38-4DEB-9CAC-DD59266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EA20-EC5F-4949-8F34-DAEB960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89B-CCEB-4DE8-93FD-F5EBDFAE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5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8CF6-B723-4FA4-A022-825A15D2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6F96-353B-4DC6-AA75-A17405FE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A644-BBC7-498A-AD82-E7A6A11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1BED-EA9B-46C8-A666-A0FBDAD4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B7CF-4175-4FBB-9C8C-8801138E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FF46-692F-47C2-9440-6EF0EEA6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06CF-06DB-4744-8386-8C717B33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6287-CD30-4193-A338-295D3B63C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74F8D-5ED0-4D6B-AF8D-9517A7A6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1F2F7-4631-4CF2-8BF5-0ACEF4C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9CADB-F03B-4B0D-B296-A554365F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1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4B99-A2EB-419D-9728-56845F9D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1448-4024-44B2-B71A-0028240B8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BB2A0-8AEC-4F89-949B-E9F2A82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7688A-4F9E-4BFF-8F70-122F1CD4B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19807-C43F-4FAA-A790-D81FB4E05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346DB-B43A-492C-84FB-AE66040F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BB666-9A01-4FF7-B294-E1A723F6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C229B-2253-40AA-A6B5-DB1C60AD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378C-0A00-4FAB-B310-60AEC509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0A1A7-D62A-472F-BA1F-3691D97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2BFD5-D066-46E3-9616-3D149BE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41697-E6E8-40A8-96C6-BC943AC4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396F6-9153-4F59-AF36-1478AF08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68568-AE19-418C-9B24-7B146D27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D576A-6CA7-4D24-A89E-B5F72E48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9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C89C-1C0D-4F5F-8863-98BFBB97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8C686-F46A-4C7B-9A05-4574DDD2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F41A-A53E-41E1-8E3F-0E416C9B5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96B7-7A95-43C4-A4D5-691F27C5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7572-F1BE-45D8-A49C-C8B2BE24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24859-AEA2-406F-BA76-5C3605F8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998-9933-4C84-B728-27CFE7AC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DFB6-7602-4A75-B254-9EDE7E261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9F439-CDF4-4F81-926C-8BC2F3C66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62E6-D74A-474B-9C64-3C0E4ADA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E92F-EBDE-44CB-AAEC-60C6E1F2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310B-8447-4881-B77E-DC425B8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9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7AF5-38B7-4D22-9286-EA0E7756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779C-DFA0-4EA0-81FC-F665094E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98BC0-39D9-4D21-AB9E-DB6DD7DB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22D6-2466-4681-83B1-3EB381C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021C4-4057-4562-8355-074C93AA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05FC7-B1D9-42C2-BE99-AB30A3A2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C376A-829F-4D71-ACC1-013B152AD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F679-C85E-4088-9B27-5095F308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FDC6-2141-49EF-9FE8-3544A17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8034-4373-4FE2-AD87-06FC8805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4F137-EC8C-4AF1-B4B4-FD56B2D8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E4B5-AE9C-4810-8BBB-80E75E87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1397-1ABC-4F34-8DEA-2AFE631BE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A933-F3D1-4421-A982-DDCBBA151C1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8B85-E205-417D-A571-CCA1BE3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DB35-2944-47EB-9F44-E9F7D37E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3635-3432-4064-8143-4F9979D9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478743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+mn-lt"/>
              </a:rPr>
              <a:t>Servo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B9A6-23FA-47F7-93BC-2883DE0D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79" y="20521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QUICK INTRO</a:t>
            </a:r>
            <a:endParaRPr lang="en-US" sz="2400" dirty="0"/>
          </a:p>
        </p:txBody>
      </p:sp>
      <p:pic>
        <p:nvPicPr>
          <p:cNvPr id="5" name="Picture 4" descr="A picture containing table, sitting&#10;&#10;Description automatically generated">
            <a:extLst>
              <a:ext uri="{FF2B5EF4-FFF2-40B4-BE49-F238E27FC236}">
                <a16:creationId xmlns:a16="http://schemas.microsoft.com/office/drawing/2014/main" id="{1883005E-5EA8-476F-AC43-D1378A5FE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395" y="929309"/>
            <a:ext cx="61436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7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240666-4804-45CB-B9DF-AFBE1B316870}"/>
              </a:ext>
            </a:extLst>
          </p:cNvPr>
          <p:cNvSpPr txBox="1">
            <a:spLocks/>
          </p:cNvSpPr>
          <p:nvPr/>
        </p:nvSpPr>
        <p:spPr>
          <a:xfrm>
            <a:off x="424070" y="248733"/>
            <a:ext cx="53145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Servo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B8C-C38A-4E34-9673-876D462D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574296"/>
            <a:ext cx="5947150" cy="5034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Limited Rotational Motion</a:t>
            </a:r>
          </a:p>
          <a:p>
            <a:pPr marL="0"/>
            <a:endParaRPr lang="en-US" sz="2000" dirty="0"/>
          </a:p>
          <a:p>
            <a:r>
              <a:rPr lang="en-US" sz="2000" i="1" dirty="0"/>
              <a:t>Can rotate to specific angle positions</a:t>
            </a:r>
          </a:p>
          <a:p>
            <a:endParaRPr lang="en-US" sz="2000" i="1" dirty="0"/>
          </a:p>
          <a:p>
            <a:r>
              <a:rPr lang="en-US" sz="2000" i="1" dirty="0"/>
              <a:t>Limited to angles 0 – 180 (typically)</a:t>
            </a:r>
          </a:p>
          <a:p>
            <a:pPr lvl="1"/>
            <a:r>
              <a:rPr lang="en-US" sz="1600" i="1" dirty="0"/>
              <a:t>Not going to extremes helps prolong lifespan  ( 10-170 )</a:t>
            </a:r>
          </a:p>
          <a:p>
            <a:pPr lvl="1"/>
            <a:r>
              <a:rPr lang="en-US" sz="1600" i="1" dirty="0"/>
              <a:t>Servos are able to track their current position</a:t>
            </a:r>
            <a:br>
              <a:rPr lang="en-US" sz="1600" i="1" dirty="0"/>
            </a:br>
            <a:endParaRPr lang="en-US" sz="1600" i="1" dirty="0"/>
          </a:p>
          <a:p>
            <a:r>
              <a:rPr lang="en-US" sz="2000" i="1" dirty="0"/>
              <a:t>Different styles of </a:t>
            </a:r>
            <a:r>
              <a:rPr lang="en-US" sz="2000" b="1" i="1" dirty="0"/>
              <a:t>Servo Horn</a:t>
            </a:r>
            <a:r>
              <a:rPr lang="en-US" sz="2000" i="1" dirty="0"/>
              <a:t> attach to the output shaft</a:t>
            </a:r>
          </a:p>
          <a:p>
            <a:pPr lvl="1"/>
            <a:r>
              <a:rPr lang="en-US" sz="1600" i="1" dirty="0"/>
              <a:t>Allow Servo rotation to be connected to many things</a:t>
            </a:r>
            <a:br>
              <a:rPr lang="en-US" sz="1600" i="1" dirty="0"/>
            </a:br>
            <a:endParaRPr lang="en-US" sz="1600" i="1" dirty="0"/>
          </a:p>
          <a:p>
            <a:r>
              <a:rPr lang="en-US" sz="2000" i="1" dirty="0"/>
              <a:t>If using more than 1 or 2, </a:t>
            </a:r>
            <a:r>
              <a:rPr lang="en-US" sz="2000" b="1" i="1" dirty="0"/>
              <a:t>External Power</a:t>
            </a:r>
            <a:r>
              <a:rPr lang="en-US" sz="2000" i="1" dirty="0"/>
              <a:t> needed.</a:t>
            </a:r>
          </a:p>
          <a:p>
            <a:pPr lvl="1"/>
            <a:r>
              <a:rPr lang="en-US" sz="1600" i="1" dirty="0"/>
              <a:t>Servos draw a considerable amount of power.</a:t>
            </a:r>
          </a:p>
          <a:p>
            <a:pPr marL="0" indent="0">
              <a:buNone/>
            </a:pPr>
            <a:endParaRPr lang="en-US" sz="1800" i="1" dirty="0"/>
          </a:p>
          <a:p>
            <a:endParaRPr lang="en-US" sz="1800" i="1" dirty="0"/>
          </a:p>
          <a:p>
            <a:endParaRPr lang="en-US" sz="1800" i="1" dirty="0"/>
          </a:p>
          <a:p>
            <a:pPr marL="457200" lvl="1"/>
            <a:endParaRPr lang="en-US" sz="1800" dirty="0"/>
          </a:p>
        </p:txBody>
      </p:sp>
      <p:sp>
        <p:nvSpPr>
          <p:cNvPr id="11" name="Freeform: Shape 13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close up of a device&#10;&#10;Description automatically generated">
            <a:extLst>
              <a:ext uri="{FF2B5EF4-FFF2-40B4-BE49-F238E27FC236}">
                <a16:creationId xmlns:a16="http://schemas.microsoft.com/office/drawing/2014/main" id="{D8ACE6BE-B3F3-4E5A-BBF8-80B2CFA27A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" r="-2" b="-2"/>
          <a:stretch/>
        </p:blipFill>
        <p:spPr>
          <a:xfrm>
            <a:off x="6750141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65764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8337-9CAD-46DB-BC48-5CC8C3C7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AE43864-1C4C-497C-AFC4-0A8E88C8F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389"/>
            <a:ext cx="12271513" cy="7593196"/>
          </a:xfrm>
        </p:spPr>
      </p:pic>
    </p:spTree>
    <p:extLst>
      <p:ext uri="{BB962C8B-B14F-4D97-AF65-F5344CB8AC3E}">
        <p14:creationId xmlns:p14="http://schemas.microsoft.com/office/powerpoint/2010/main" val="302072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showing relationship between pulse timings and servo position">
            <a:extLst>
              <a:ext uri="{FF2B5EF4-FFF2-40B4-BE49-F238E27FC236}">
                <a16:creationId xmlns:a16="http://schemas.microsoft.com/office/drawing/2014/main" id="{65A2F438-0079-4B5C-93BF-2BE608530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64" y="-243745"/>
            <a:ext cx="12276864" cy="7157977"/>
          </a:xfrm>
        </p:spPr>
      </p:pic>
    </p:spTree>
    <p:extLst>
      <p:ext uri="{BB962C8B-B14F-4D97-AF65-F5344CB8AC3E}">
        <p14:creationId xmlns:p14="http://schemas.microsoft.com/office/powerpoint/2010/main" val="12361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D18825-AB5A-4E8D-9157-EA13BF520F93}"/>
              </a:ext>
            </a:extLst>
          </p:cNvPr>
          <p:cNvSpPr txBox="1">
            <a:spLocks/>
          </p:cNvSpPr>
          <p:nvPr/>
        </p:nvSpPr>
        <p:spPr>
          <a:xfrm>
            <a:off x="241852" y="-562528"/>
            <a:ext cx="10515600" cy="24787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latin typeface="+mn-lt"/>
              </a:rPr>
              <a:t>Wiring</a:t>
            </a:r>
          </a:p>
        </p:txBody>
      </p:sp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20A59064-EED1-4CE8-9D53-A1684F43B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0054"/>
            <a:ext cx="7169426" cy="4717945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0AE6536D-A4ED-4238-9D60-DA2092A6F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25" y="2813003"/>
            <a:ext cx="4589979" cy="36115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AE4291-4E68-451A-B6BC-797A527C6F39}"/>
              </a:ext>
            </a:extLst>
          </p:cNvPr>
          <p:cNvSpPr txBox="1"/>
          <p:nvPr/>
        </p:nvSpPr>
        <p:spPr>
          <a:xfrm>
            <a:off x="5658678" y="215178"/>
            <a:ext cx="6291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Servos with the </a:t>
            </a:r>
            <a:r>
              <a:rPr lang="en-US" b="1" dirty="0"/>
              <a:t>Arduino Uno</a:t>
            </a:r>
            <a:r>
              <a:rPr lang="en-US" dirty="0"/>
              <a:t> has some side effects. It is not possible to </a:t>
            </a:r>
            <a:r>
              <a:rPr lang="en-US" b="1" dirty="0" err="1"/>
              <a:t>analogWrite</a:t>
            </a:r>
            <a:r>
              <a:rPr lang="en-US" dirty="0"/>
              <a:t>() to pins 9 or 10 when your program uses the </a:t>
            </a:r>
            <a:r>
              <a:rPr lang="en-US" dirty="0" err="1"/>
              <a:t>Servo.h</a:t>
            </a:r>
            <a:r>
              <a:rPr lang="en-US" dirty="0"/>
              <a:t> Library.</a:t>
            </a:r>
          </a:p>
        </p:txBody>
      </p:sp>
    </p:spTree>
    <p:extLst>
      <p:ext uri="{BB962C8B-B14F-4D97-AF65-F5344CB8AC3E}">
        <p14:creationId xmlns:p14="http://schemas.microsoft.com/office/powerpoint/2010/main" val="304042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A4E660-D23D-44A9-B609-E5F0EB959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1" y="-655293"/>
            <a:ext cx="10515600" cy="2478743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+mn-lt"/>
              </a:rPr>
              <a:t>Code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EB3E34-2B93-4E1B-B49B-395706920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21" y="899189"/>
            <a:ext cx="2488583" cy="545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SERVO CONTROL</a:t>
            </a:r>
            <a:endParaRPr lang="en-US" sz="2400" dirty="0"/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841A875-C290-45EC-B795-86D857481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21" y="2805181"/>
            <a:ext cx="5164465" cy="124763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11" name="Picture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A05CC80-E14D-4024-8296-5B6273994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011" y="539413"/>
            <a:ext cx="3940868" cy="5779174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FE53FA-F593-4C3C-B994-F7FEEF00415C}"/>
              </a:ext>
            </a:extLst>
          </p:cNvPr>
          <p:cNvSpPr/>
          <p:nvPr/>
        </p:nvSpPr>
        <p:spPr>
          <a:xfrm>
            <a:off x="5214129" y="584077"/>
            <a:ext cx="2418558" cy="741139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47BE0-CE3A-4964-84E6-6238F9F33BD8}"/>
              </a:ext>
            </a:extLst>
          </p:cNvPr>
          <p:cNvSpPr txBox="1"/>
          <p:nvPr/>
        </p:nvSpPr>
        <p:spPr>
          <a:xfrm>
            <a:off x="5345521" y="631341"/>
            <a:ext cx="2161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to </a:t>
            </a:r>
            <a:r>
              <a:rPr lang="en-US" b="1" dirty="0"/>
              <a:t>library file</a:t>
            </a:r>
            <a:r>
              <a:rPr lang="en-US" dirty="0"/>
              <a:t> </a:t>
            </a:r>
            <a:r>
              <a:rPr lang="en-US" dirty="0" err="1"/>
              <a:t>Servo.h</a:t>
            </a:r>
            <a:r>
              <a:rPr lang="en-US" dirty="0"/>
              <a:t> to your code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54D5C3-1A18-4E0D-AED4-2CD794E19580}"/>
              </a:ext>
            </a:extLst>
          </p:cNvPr>
          <p:cNvSpPr/>
          <p:nvPr/>
        </p:nvSpPr>
        <p:spPr>
          <a:xfrm>
            <a:off x="5201441" y="1453020"/>
            <a:ext cx="2431246" cy="1247593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E31B79-24C6-4397-B35E-73FA4D3E0EA8}"/>
              </a:ext>
            </a:extLst>
          </p:cNvPr>
          <p:cNvSpPr txBox="1"/>
          <p:nvPr/>
        </p:nvSpPr>
        <p:spPr>
          <a:xfrm>
            <a:off x="5332833" y="1500284"/>
            <a:ext cx="2299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a </a:t>
            </a:r>
            <a:r>
              <a:rPr lang="en-US" b="1" dirty="0"/>
              <a:t>Servo</a:t>
            </a:r>
            <a:r>
              <a:rPr lang="en-US" dirty="0"/>
              <a:t> type variable. Will allow us to send instructions to Servo.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376B48-8AE0-4981-BC8D-C607ADD2DE57}"/>
              </a:ext>
            </a:extLst>
          </p:cNvPr>
          <p:cNvSpPr/>
          <p:nvPr/>
        </p:nvSpPr>
        <p:spPr>
          <a:xfrm>
            <a:off x="5721612" y="2801913"/>
            <a:ext cx="1987415" cy="1355475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4A3D67-DCAA-435B-AE67-B420CAB914EB}"/>
              </a:ext>
            </a:extLst>
          </p:cNvPr>
          <p:cNvSpPr txBox="1"/>
          <p:nvPr/>
        </p:nvSpPr>
        <p:spPr>
          <a:xfrm>
            <a:off x="5812104" y="2870689"/>
            <a:ext cx="1987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the </a:t>
            </a:r>
            <a:r>
              <a:rPr lang="en-US" b="1" dirty="0"/>
              <a:t>.attach()</a:t>
            </a:r>
            <a:r>
              <a:rPr lang="en-US" dirty="0"/>
              <a:t> function to enable a servo on a specific </a:t>
            </a:r>
            <a:r>
              <a:rPr lang="en-US" b="1" dirty="0"/>
              <a:t>pin.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290702-3841-4EB9-8FA4-551FAC933265}"/>
              </a:ext>
            </a:extLst>
          </p:cNvPr>
          <p:cNvSpPr/>
          <p:nvPr/>
        </p:nvSpPr>
        <p:spPr>
          <a:xfrm>
            <a:off x="5246092" y="4781183"/>
            <a:ext cx="2431246" cy="153740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CCCB9-7212-47F3-A9B5-FF24A45F1D8A}"/>
              </a:ext>
            </a:extLst>
          </p:cNvPr>
          <p:cNvSpPr txBox="1"/>
          <p:nvPr/>
        </p:nvSpPr>
        <p:spPr>
          <a:xfrm>
            <a:off x="5377484" y="4828447"/>
            <a:ext cx="22998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time the </a:t>
            </a:r>
            <a:r>
              <a:rPr lang="en-US" b="1" dirty="0"/>
              <a:t>.write()</a:t>
            </a:r>
            <a:r>
              <a:rPr lang="en-US" dirty="0"/>
              <a:t> function is called, the servo will start to move to the supplied </a:t>
            </a:r>
            <a:r>
              <a:rPr lang="en-US" b="1" dirty="0"/>
              <a:t>angle position.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5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FA6F2ABA91154CB6A1447C0C6344A4" ma:contentTypeVersion="13" ma:contentTypeDescription="Create a new document." ma:contentTypeScope="" ma:versionID="b2e433a53fb4d00d74ccb11071e5b5ae">
  <xsd:schema xmlns:xsd="http://www.w3.org/2001/XMLSchema" xmlns:xs="http://www.w3.org/2001/XMLSchema" xmlns:p="http://schemas.microsoft.com/office/2006/metadata/properties" xmlns:ns3="7c34a598-813f-420e-b236-af83e43e373a" xmlns:ns4="97058c51-c72f-4e17-8c83-a53108498a8d" targetNamespace="http://schemas.microsoft.com/office/2006/metadata/properties" ma:root="true" ma:fieldsID="4ccf70996b506dac89d6cb143000d25a" ns3:_="" ns4:_="">
    <xsd:import namespace="7c34a598-813f-420e-b236-af83e43e373a"/>
    <xsd:import namespace="97058c51-c72f-4e17-8c83-a53108498a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4a598-813f-420e-b236-af83e43e3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58c51-c72f-4e17-8c83-a53108498a8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9BAF01-661F-4A7F-8A05-97ABF9D39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4a598-813f-420e-b236-af83e43e373a"/>
    <ds:schemaRef ds:uri="97058c51-c72f-4e17-8c83-a53108498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F5B333-3F6A-46B3-BC04-C8E8A8AC2E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8838E-CBEA-4E0D-8975-33463D512FD3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97058c51-c72f-4e17-8c83-a53108498a8d"/>
    <ds:schemaRef ds:uri="7c34a598-813f-420e-b236-af83e43e373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183</Words>
  <Application>Microsoft Office PowerPoint</Application>
  <PresentationFormat>Widescreen</PresentationFormat>
  <Paragraphs>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Servo Motors</vt:lpstr>
      <vt:lpstr>PowerPoint Presentation</vt:lpstr>
      <vt:lpstr>PowerPoint Presentation</vt:lpstr>
      <vt:lpstr>PowerPoint Presentation</vt:lpstr>
      <vt:lpstr>PowerPoint Presentation</vt:lpstr>
      <vt:lpstr>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Servo Motors</dc:title>
  <dc:creator>Scott, Stefan</dc:creator>
  <cp:lastModifiedBy>Scott, Stefan</cp:lastModifiedBy>
  <cp:revision>1</cp:revision>
  <dcterms:created xsi:type="dcterms:W3CDTF">2020-11-16T16:21:39Z</dcterms:created>
  <dcterms:modified xsi:type="dcterms:W3CDTF">2020-11-16T16:48:34Z</dcterms:modified>
</cp:coreProperties>
</file>