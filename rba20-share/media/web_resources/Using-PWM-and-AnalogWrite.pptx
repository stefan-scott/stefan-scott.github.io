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657F94-F40E-4A9F-811D-122418623FE0}" v="521" dt="2020-11-05T17:37:19.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9918" autoAdjust="0"/>
  </p:normalViewPr>
  <p:slideViewPr>
    <p:cSldViewPr snapToGrid="0">
      <p:cViewPr varScale="1">
        <p:scale>
          <a:sx n="79" d="100"/>
          <a:sy n="79" d="100"/>
        </p:scale>
        <p:origin x="177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Stefan" userId="881558bf-77e1-4109-9642-244265a79c16" providerId="ADAL" clId="{2E7776F6-0A00-4EDB-9280-954B944DB439}"/>
    <pc:docChg chg="undo custSel addSld delSld modSld">
      <pc:chgData name="Scott, Stefan" userId="881558bf-77e1-4109-9642-244265a79c16" providerId="ADAL" clId="{2E7776F6-0A00-4EDB-9280-954B944DB439}" dt="2020-11-05T17:37:19.999" v="1890" actId="20577"/>
      <pc:docMkLst>
        <pc:docMk/>
      </pc:docMkLst>
      <pc:sldChg chg="modSp">
        <pc:chgData name="Scott, Stefan" userId="881558bf-77e1-4109-9642-244265a79c16" providerId="ADAL" clId="{2E7776F6-0A00-4EDB-9280-954B944DB439}" dt="2020-11-05T17:13:59.365" v="45" actId="255"/>
        <pc:sldMkLst>
          <pc:docMk/>
          <pc:sldMk cId="2946179972" sldId="259"/>
        </pc:sldMkLst>
        <pc:spChg chg="mod">
          <ac:chgData name="Scott, Stefan" userId="881558bf-77e1-4109-9642-244265a79c16" providerId="ADAL" clId="{2E7776F6-0A00-4EDB-9280-954B944DB439}" dt="2020-11-05T17:13:59.365" v="45" actId="255"/>
          <ac:spMkLst>
            <pc:docMk/>
            <pc:sldMk cId="2946179972" sldId="259"/>
            <ac:spMk id="2" creationId="{06043635-3432-4064-8143-4F9979D960DA}"/>
          </ac:spMkLst>
        </pc:spChg>
        <pc:spChg chg="mod">
          <ac:chgData name="Scott, Stefan" userId="881558bf-77e1-4109-9642-244265a79c16" providerId="ADAL" clId="{2E7776F6-0A00-4EDB-9280-954B944DB439}" dt="2020-11-05T17:13:44.598" v="41" actId="20577"/>
          <ac:spMkLst>
            <pc:docMk/>
            <pc:sldMk cId="2946179972" sldId="259"/>
            <ac:spMk id="3" creationId="{0AFEB9A6-23FA-47F7-93BC-2883DE0D7D8D}"/>
          </ac:spMkLst>
        </pc:spChg>
      </pc:sldChg>
      <pc:sldChg chg="addSp modSp add modAnim">
        <pc:chgData name="Scott, Stefan" userId="881558bf-77e1-4109-9642-244265a79c16" providerId="ADAL" clId="{2E7776F6-0A00-4EDB-9280-954B944DB439}" dt="2020-11-05T17:17:26.385" v="394"/>
        <pc:sldMkLst>
          <pc:docMk/>
          <pc:sldMk cId="2139793681" sldId="260"/>
        </pc:sldMkLst>
        <pc:spChg chg="mod">
          <ac:chgData name="Scott, Stefan" userId="881558bf-77e1-4109-9642-244265a79c16" providerId="ADAL" clId="{2E7776F6-0A00-4EDB-9280-954B944DB439}" dt="2020-11-05T17:17:06.403" v="385" actId="1076"/>
          <ac:spMkLst>
            <pc:docMk/>
            <pc:sldMk cId="2139793681" sldId="260"/>
            <ac:spMk id="2" creationId="{7AE69118-8F19-47A7-B5C5-B33C3A5A5452}"/>
          </ac:spMkLst>
        </pc:spChg>
        <pc:spChg chg="mod">
          <ac:chgData name="Scott, Stefan" userId="881558bf-77e1-4109-9642-244265a79c16" providerId="ADAL" clId="{2E7776F6-0A00-4EDB-9280-954B944DB439}" dt="2020-11-05T17:17:22.597" v="393" actId="1076"/>
          <ac:spMkLst>
            <pc:docMk/>
            <pc:sldMk cId="2139793681" sldId="260"/>
            <ac:spMk id="3" creationId="{F1D3727A-6959-415B-8901-EF989AE0DC02}"/>
          </ac:spMkLst>
        </pc:spChg>
        <pc:picChg chg="add mod">
          <ac:chgData name="Scott, Stefan" userId="881558bf-77e1-4109-9642-244265a79c16" providerId="ADAL" clId="{2E7776F6-0A00-4EDB-9280-954B944DB439}" dt="2020-11-05T17:17:00.697" v="384" actId="167"/>
          <ac:picMkLst>
            <pc:docMk/>
            <pc:sldMk cId="2139793681" sldId="260"/>
            <ac:picMk id="8194" creationId="{28D5808D-F8C8-411D-B28E-5560AA24C744}"/>
          </ac:picMkLst>
        </pc:picChg>
      </pc:sldChg>
      <pc:sldChg chg="del">
        <pc:chgData name="Scott, Stefan" userId="881558bf-77e1-4109-9642-244265a79c16" providerId="ADAL" clId="{2E7776F6-0A00-4EDB-9280-954B944DB439}" dt="2020-11-05T17:14:06.014" v="46" actId="2696"/>
        <pc:sldMkLst>
          <pc:docMk/>
          <pc:sldMk cId="3250553228" sldId="260"/>
        </pc:sldMkLst>
      </pc:sldChg>
      <pc:sldChg chg="addSp modSp add modAnim modNotesTx">
        <pc:chgData name="Scott, Stefan" userId="881558bf-77e1-4109-9642-244265a79c16" providerId="ADAL" clId="{2E7776F6-0A00-4EDB-9280-954B944DB439}" dt="2020-11-05T17:34:48.566" v="1502"/>
        <pc:sldMkLst>
          <pc:docMk/>
          <pc:sldMk cId="93717323" sldId="261"/>
        </pc:sldMkLst>
        <pc:spChg chg="mod">
          <ac:chgData name="Scott, Stefan" userId="881558bf-77e1-4109-9642-244265a79c16" providerId="ADAL" clId="{2E7776F6-0A00-4EDB-9280-954B944DB439}" dt="2020-11-05T17:18:55.155" v="558" actId="1076"/>
          <ac:spMkLst>
            <pc:docMk/>
            <pc:sldMk cId="93717323" sldId="261"/>
            <ac:spMk id="2" creationId="{F11008BF-8D75-40B6-91CC-9DC25E4335B0}"/>
          </ac:spMkLst>
        </pc:spChg>
        <pc:spChg chg="mod">
          <ac:chgData name="Scott, Stefan" userId="881558bf-77e1-4109-9642-244265a79c16" providerId="ADAL" clId="{2E7776F6-0A00-4EDB-9280-954B944DB439}" dt="2020-11-05T17:19:51.715" v="572" actId="14100"/>
          <ac:spMkLst>
            <pc:docMk/>
            <pc:sldMk cId="93717323" sldId="261"/>
            <ac:spMk id="3" creationId="{A2F6A110-129F-4E15-8CBF-711BD3C364A3}"/>
          </ac:spMkLst>
        </pc:spChg>
        <pc:spChg chg="add mod">
          <ac:chgData name="Scott, Stefan" userId="881558bf-77e1-4109-9642-244265a79c16" providerId="ADAL" clId="{2E7776F6-0A00-4EDB-9280-954B944DB439}" dt="2020-11-05T17:20:35.739" v="724" actId="14100"/>
          <ac:spMkLst>
            <pc:docMk/>
            <pc:sldMk cId="93717323" sldId="261"/>
            <ac:spMk id="5" creationId="{DA144BA8-A4CA-4EDB-B2C4-A28153B7754B}"/>
          </ac:spMkLst>
        </pc:spChg>
        <pc:spChg chg="add mod">
          <ac:chgData name="Scott, Stefan" userId="881558bf-77e1-4109-9642-244265a79c16" providerId="ADAL" clId="{2E7776F6-0A00-4EDB-9280-954B944DB439}" dt="2020-11-05T17:30:58.159" v="899" actId="14100"/>
          <ac:spMkLst>
            <pc:docMk/>
            <pc:sldMk cId="93717323" sldId="261"/>
            <ac:spMk id="6" creationId="{EA846991-BB59-4636-A4A3-973DC5AA643E}"/>
          </ac:spMkLst>
        </pc:spChg>
        <pc:spChg chg="add mod">
          <ac:chgData name="Scott, Stefan" userId="881558bf-77e1-4109-9642-244265a79c16" providerId="ADAL" clId="{2E7776F6-0A00-4EDB-9280-954B944DB439}" dt="2020-11-05T17:32:14.139" v="1006" actId="20577"/>
          <ac:spMkLst>
            <pc:docMk/>
            <pc:sldMk cId="93717323" sldId="261"/>
            <ac:spMk id="7" creationId="{63B8DBF4-24D6-4D6C-9ECD-4D9D0AE9903A}"/>
          </ac:spMkLst>
        </pc:spChg>
        <pc:picChg chg="add mod">
          <ac:chgData name="Scott, Stefan" userId="881558bf-77e1-4109-9642-244265a79c16" providerId="ADAL" clId="{2E7776F6-0A00-4EDB-9280-954B944DB439}" dt="2020-11-05T17:19:20.778" v="564" actId="14100"/>
          <ac:picMkLst>
            <pc:docMk/>
            <pc:sldMk cId="93717323" sldId="261"/>
            <ac:picMk id="4" creationId="{0FC50A16-79DC-4A3B-ABA4-557FEBE9FD5D}"/>
          </ac:picMkLst>
        </pc:picChg>
      </pc:sldChg>
      <pc:sldChg chg="del">
        <pc:chgData name="Scott, Stefan" userId="881558bf-77e1-4109-9642-244265a79c16" providerId="ADAL" clId="{2E7776F6-0A00-4EDB-9280-954B944DB439}" dt="2020-11-05T17:14:06.080" v="47" actId="2696"/>
        <pc:sldMkLst>
          <pc:docMk/>
          <pc:sldMk cId="921745666" sldId="261"/>
        </pc:sldMkLst>
      </pc:sldChg>
      <pc:sldChg chg="addSp delSp modSp add modAnim">
        <pc:chgData name="Scott, Stefan" userId="881558bf-77e1-4109-9642-244265a79c16" providerId="ADAL" clId="{2E7776F6-0A00-4EDB-9280-954B944DB439}" dt="2020-11-05T17:37:19.999" v="1890" actId="20577"/>
        <pc:sldMkLst>
          <pc:docMk/>
          <pc:sldMk cId="2665764569" sldId="262"/>
        </pc:sldMkLst>
        <pc:spChg chg="del">
          <ac:chgData name="Scott, Stefan" userId="881558bf-77e1-4109-9642-244265a79c16" providerId="ADAL" clId="{2E7776F6-0A00-4EDB-9280-954B944DB439}" dt="2020-11-05T17:35:01.225" v="1505" actId="478"/>
          <ac:spMkLst>
            <pc:docMk/>
            <pc:sldMk cId="2665764569" sldId="262"/>
            <ac:spMk id="2" creationId="{A57D78F8-E391-4215-B231-1563843E47A3}"/>
          </ac:spMkLst>
        </pc:spChg>
        <pc:spChg chg="mod">
          <ac:chgData name="Scott, Stefan" userId="881558bf-77e1-4109-9642-244265a79c16" providerId="ADAL" clId="{2E7776F6-0A00-4EDB-9280-954B944DB439}" dt="2020-11-05T17:37:19.999" v="1890" actId="20577"/>
          <ac:spMkLst>
            <pc:docMk/>
            <pc:sldMk cId="2665764569" sldId="262"/>
            <ac:spMk id="3" creationId="{097CCB8C-C38A-4E34-9673-876D462D13AF}"/>
          </ac:spMkLst>
        </pc:spChg>
        <pc:spChg chg="add mod">
          <ac:chgData name="Scott, Stefan" userId="881558bf-77e1-4109-9642-244265a79c16" providerId="ADAL" clId="{2E7776F6-0A00-4EDB-9280-954B944DB439}" dt="2020-11-05T17:35:24.999" v="1564" actId="20577"/>
          <ac:spMkLst>
            <pc:docMk/>
            <pc:sldMk cId="2665764569" sldId="262"/>
            <ac:spMk id="4" creationId="{93240666-4804-45CB-B9DF-AFBE1B316870}"/>
          </ac:spMkLst>
        </pc:spChg>
      </pc:sldChg>
      <pc:sldChg chg="del">
        <pc:chgData name="Scott, Stefan" userId="881558bf-77e1-4109-9642-244265a79c16" providerId="ADAL" clId="{2E7776F6-0A00-4EDB-9280-954B944DB439}" dt="2020-11-05T17:14:06.106" v="48" actId="2696"/>
        <pc:sldMkLst>
          <pc:docMk/>
          <pc:sldMk cId="3135282231" sldId="263"/>
        </pc:sldMkLst>
      </pc:sldChg>
      <pc:sldChg chg="del">
        <pc:chgData name="Scott, Stefan" userId="881558bf-77e1-4109-9642-244265a79c16" providerId="ADAL" clId="{2E7776F6-0A00-4EDB-9280-954B944DB439}" dt="2020-11-05T17:14:06.135" v="49" actId="2696"/>
        <pc:sldMkLst>
          <pc:docMk/>
          <pc:sldMk cId="2335036137" sldId="264"/>
        </pc:sldMkLst>
      </pc:sldChg>
      <pc:sldChg chg="del">
        <pc:chgData name="Scott, Stefan" userId="881558bf-77e1-4109-9642-244265a79c16" providerId="ADAL" clId="{2E7776F6-0A00-4EDB-9280-954B944DB439}" dt="2020-11-05T17:14:06.165" v="50" actId="2696"/>
        <pc:sldMkLst>
          <pc:docMk/>
          <pc:sldMk cId="1248395945" sldId="265"/>
        </pc:sldMkLst>
      </pc:sldChg>
      <pc:sldChg chg="del">
        <pc:chgData name="Scott, Stefan" userId="881558bf-77e1-4109-9642-244265a79c16" providerId="ADAL" clId="{2E7776F6-0A00-4EDB-9280-954B944DB439}" dt="2020-11-05T17:14:06.188" v="51" actId="2696"/>
        <pc:sldMkLst>
          <pc:docMk/>
          <pc:sldMk cId="4217428514" sldId="266"/>
        </pc:sldMkLst>
      </pc:sldChg>
      <pc:sldChg chg="del">
        <pc:chgData name="Scott, Stefan" userId="881558bf-77e1-4109-9642-244265a79c16" providerId="ADAL" clId="{2E7776F6-0A00-4EDB-9280-954B944DB439}" dt="2020-11-05T17:14:06.216" v="52" actId="2696"/>
        <pc:sldMkLst>
          <pc:docMk/>
          <pc:sldMk cId="21953306"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D8112-0BFA-4710-A54D-93231BBE700A}" type="datetimeFigureOut">
              <a:rPr lang="en-US" smtClean="0"/>
              <a:t>11/5/2020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B1BD3-C868-4DF3-911E-877FAF88DFA2}" type="slidenum">
              <a:rPr lang="en-US" smtClean="0"/>
              <a:t>‹#›</a:t>
            </a:fld>
            <a:endParaRPr lang="en-US"/>
          </a:p>
        </p:txBody>
      </p:sp>
    </p:spTree>
    <p:extLst>
      <p:ext uri="{BB962C8B-B14F-4D97-AF65-F5344CB8AC3E}">
        <p14:creationId xmlns:p14="http://schemas.microsoft.com/office/powerpoint/2010/main" val="4079383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Last point: </a:t>
            </a:r>
            <a:r>
              <a:rPr lang="en-US" sz="1200" dirty="0"/>
              <a:t>This allows a component to behave </a:t>
            </a:r>
            <a:r>
              <a:rPr lang="en-US" sz="1200" i="1" dirty="0"/>
              <a:t>as if</a:t>
            </a:r>
            <a:r>
              <a:rPr lang="en-US" sz="1200" dirty="0"/>
              <a:t> it was receiving some voltage in between 0 – 5v.</a:t>
            </a:r>
            <a:endParaRPr lang="en-US" sz="1200" b="1" dirty="0">
              <a:solidFill>
                <a:srgbClr val="FF0000"/>
              </a:solidFill>
            </a:endParaRPr>
          </a:p>
          <a:p>
            <a:endParaRPr lang="en-US" dirty="0"/>
          </a:p>
          <a:p>
            <a:r>
              <a:rPr lang="en-US" dirty="0"/>
              <a:t>	For Motors, this effectively is what is happening, as the motor windings have enough energy storage that the burst values are smoothed out to lesser or greater voltage depending on the duty cycle.</a:t>
            </a:r>
          </a:p>
          <a:p>
            <a:r>
              <a:rPr lang="en-US" dirty="0"/>
              <a:t>	For LEDs, the light is flipped on/off faster than we can detect, but will be perceived as brighter or dimmer depending on the duty cycle</a:t>
            </a:r>
          </a:p>
        </p:txBody>
      </p:sp>
      <p:sp>
        <p:nvSpPr>
          <p:cNvPr id="4" name="Slide Number Placeholder 3"/>
          <p:cNvSpPr>
            <a:spLocks noGrp="1"/>
          </p:cNvSpPr>
          <p:nvPr>
            <p:ph type="sldNum" sz="quarter" idx="5"/>
          </p:nvPr>
        </p:nvSpPr>
        <p:spPr/>
        <p:txBody>
          <a:bodyPr/>
          <a:lstStyle/>
          <a:p>
            <a:fld id="{18AB1BD3-C868-4DF3-911E-877FAF88DFA2}" type="slidenum">
              <a:rPr lang="en-US" smtClean="0"/>
              <a:t>3</a:t>
            </a:fld>
            <a:endParaRPr lang="en-US"/>
          </a:p>
        </p:txBody>
      </p:sp>
    </p:spTree>
    <p:extLst>
      <p:ext uri="{BB962C8B-B14F-4D97-AF65-F5344CB8AC3E}">
        <p14:creationId xmlns:p14="http://schemas.microsoft.com/office/powerpoint/2010/main" val="1410949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93812-C1AB-4D79-B782-31F882A96A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5FAF63-486D-4113-912E-5EA97E6CCD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174C32-2349-4831-A7FB-65C04CAB710C}"/>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5A42745A-72CB-4D3E-89F2-BA1D928D80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1742C9-78D1-42D0-9CB7-90288DB348B7}"/>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2540801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410F3-9367-4C78-9419-5DB6DBC5C0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F68962-57AE-490D-A889-E9812E4D21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F3FF02-2B38-4DEB-9CAC-DD592665E16E}"/>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2644EA20-EC5F-4949-8F34-DAEB96010E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5B89B-CCEB-4DE8-93FD-F5EBDFAEC355}"/>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163875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08CF6-B723-4FA4-A022-825A15D265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A46F96-353B-4DC6-AA75-A17405FE87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94A644-BBC7-498A-AD82-E7A6A111EC20}"/>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107F1BED-EA9B-46C8-A666-A0FBDAD41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37B7CF-4175-4FBB-9C8C-8801138E8C55}"/>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1273217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6FF46-692F-47C2-9440-6EF0EEA6E2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E606CF-06DB-4744-8386-8C717B33D2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376287-CD30-4193-A338-295D3B63C0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574F8D-5ED0-4D6B-AF8D-9517A7A621EB}"/>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6" name="Footer Placeholder 5">
            <a:extLst>
              <a:ext uri="{FF2B5EF4-FFF2-40B4-BE49-F238E27FC236}">
                <a16:creationId xmlns:a16="http://schemas.microsoft.com/office/drawing/2014/main" id="{EA51F2F7-4631-4CF2-8BF5-0ACEF4C9C9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9CADB-F03B-4B0D-B296-A554365FEB8F}"/>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354661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4B99-A2EB-419D-9728-56845F9D74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7F1448-4024-44B2-B71A-0028240B8C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BB2A0-8AEC-4F89-949B-E9F2A821BC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B7688A-4F9E-4BFF-8F70-122F1CD4BF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C19807-C43F-4FAA-A790-D81FB4E057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3346DB-B43A-492C-84FB-AE66040FBAB4}"/>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8" name="Footer Placeholder 7">
            <a:extLst>
              <a:ext uri="{FF2B5EF4-FFF2-40B4-BE49-F238E27FC236}">
                <a16:creationId xmlns:a16="http://schemas.microsoft.com/office/drawing/2014/main" id="{ADEBB666-9A01-4FF7-B294-E1A723F6CE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4C229B-2253-40AA-A6B5-DB1C60AD9BC1}"/>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2860642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5378C-0A00-4FAB-B310-60AEC509FE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0A1A7-D62A-472F-BA1F-3691D971C72C}"/>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4" name="Footer Placeholder 3">
            <a:extLst>
              <a:ext uri="{FF2B5EF4-FFF2-40B4-BE49-F238E27FC236}">
                <a16:creationId xmlns:a16="http://schemas.microsoft.com/office/drawing/2014/main" id="{9222BFD5-D066-46E3-9616-3D149BEEAC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441697-E6E8-40A8-96C6-BC943AC4BA32}"/>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3513678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9396F6-9153-4F59-AF36-1478AF084E8B}"/>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3" name="Footer Placeholder 2">
            <a:extLst>
              <a:ext uri="{FF2B5EF4-FFF2-40B4-BE49-F238E27FC236}">
                <a16:creationId xmlns:a16="http://schemas.microsoft.com/office/drawing/2014/main" id="{DDA68568-AE19-418C-9B24-7B146D2741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ED576A-6CA7-4D24-A89E-B5F72E481339}"/>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1922890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9C89C-1C0D-4F5F-8863-98BFBB9758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8C686-F46A-4C7B-9A05-4574DDD2D0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18F41A-A53E-41E1-8E3F-0E416C9B5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9C96B7-7A95-43C4-A4D5-691F27C5E7D5}"/>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6" name="Footer Placeholder 5">
            <a:extLst>
              <a:ext uri="{FF2B5EF4-FFF2-40B4-BE49-F238E27FC236}">
                <a16:creationId xmlns:a16="http://schemas.microsoft.com/office/drawing/2014/main" id="{D27C7572-F1BE-45D8-A49C-C8B2BE241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D24859-AEA2-406F-BA76-5C3605F862A0}"/>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213698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49998-9933-4C84-B728-27CFE7AC4B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E1DFB6-7602-4A75-B254-9EDE7E2610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09F439-CDF4-4F81-926C-8BC2F3C66B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E62E6-D74A-474B-9C64-3C0E4ADA5120}"/>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6" name="Footer Placeholder 5">
            <a:extLst>
              <a:ext uri="{FF2B5EF4-FFF2-40B4-BE49-F238E27FC236}">
                <a16:creationId xmlns:a16="http://schemas.microsoft.com/office/drawing/2014/main" id="{15F9E92F-EBDE-44CB-AAEC-60C6E1F2D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4C310B-8447-4881-B77E-DC425B880444}"/>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250039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7AF5-38B7-4D22-9286-EA0E7756CF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0A779C-DFA0-4EA0-81FC-F665094E38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98BC0-39D9-4D21-AB9E-DB6DD7DB1701}"/>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6F8522D6-2466-4681-83B1-3EB381CD5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B021C4-4057-4562-8355-074C93AAB8A6}"/>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157453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05FC7-B1D9-42C2-BE99-AB30A3A2F1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DC376A-829F-4D71-ACC1-013B152AD5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D7F679-C85E-4088-9B27-5095F308FA40}"/>
              </a:ext>
            </a:extLst>
          </p:cNvPr>
          <p:cNvSpPr>
            <a:spLocks noGrp="1"/>
          </p:cNvSpPr>
          <p:nvPr>
            <p:ph type="dt" sz="half" idx="10"/>
          </p:nvPr>
        </p:nvSpPr>
        <p:spPr/>
        <p:txBody>
          <a:body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978CFDC6-2141-49EF-9FE8-3544A17A5E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EE8034-4373-4FE2-AD87-06FC8805D8B0}"/>
              </a:ext>
            </a:extLst>
          </p:cNvPr>
          <p:cNvSpPr>
            <a:spLocks noGrp="1"/>
          </p:cNvSpPr>
          <p:nvPr>
            <p:ph type="sldNum" sz="quarter" idx="12"/>
          </p:nvPr>
        </p:nvSpPr>
        <p:spPr/>
        <p:txBody>
          <a:bodyPr/>
          <a:lstStyle/>
          <a:p>
            <a:fld id="{A1281D17-B24A-43BE-941B-85A21D9F7BFA}" type="slidenum">
              <a:rPr lang="en-US" smtClean="0"/>
              <a:t>‹#›</a:t>
            </a:fld>
            <a:endParaRPr lang="en-US"/>
          </a:p>
        </p:txBody>
      </p:sp>
    </p:spTree>
    <p:extLst>
      <p:ext uri="{BB962C8B-B14F-4D97-AF65-F5344CB8AC3E}">
        <p14:creationId xmlns:p14="http://schemas.microsoft.com/office/powerpoint/2010/main" val="4257767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24F137-EC8C-4AF1-B4B4-FD56B2D8B1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67E4B5-AE9C-4810-8BBB-80E75E87E4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F1397-1ABC-4F34-8DEA-2AFE631BE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01A933-F3D1-4421-A982-DDCBBA151C1B}" type="datetimeFigureOut">
              <a:rPr lang="en-US" smtClean="0"/>
              <a:t>11/5/2020</a:t>
            </a:fld>
            <a:endParaRPr lang="en-US"/>
          </a:p>
        </p:txBody>
      </p:sp>
      <p:sp>
        <p:nvSpPr>
          <p:cNvPr id="5" name="Footer Placeholder 4">
            <a:extLst>
              <a:ext uri="{FF2B5EF4-FFF2-40B4-BE49-F238E27FC236}">
                <a16:creationId xmlns:a16="http://schemas.microsoft.com/office/drawing/2014/main" id="{F0A78B85-E205-417D-A571-CCA1BE3CC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3FDB35-2944-47EB-9F44-E9F7D37ED9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281D17-B24A-43BE-941B-85A21D9F7BFA}" type="slidenum">
              <a:rPr lang="en-US" smtClean="0"/>
              <a:t>‹#›</a:t>
            </a:fld>
            <a:endParaRPr lang="en-US"/>
          </a:p>
        </p:txBody>
      </p:sp>
    </p:spTree>
    <p:extLst>
      <p:ext uri="{BB962C8B-B14F-4D97-AF65-F5344CB8AC3E}">
        <p14:creationId xmlns:p14="http://schemas.microsoft.com/office/powerpoint/2010/main" val="630803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3635-3432-4064-8143-4F9979D960DA}"/>
              </a:ext>
            </a:extLst>
          </p:cNvPr>
          <p:cNvSpPr>
            <a:spLocks noGrp="1"/>
          </p:cNvSpPr>
          <p:nvPr>
            <p:ph type="title"/>
          </p:nvPr>
        </p:nvSpPr>
        <p:spPr>
          <a:xfrm>
            <a:off x="838200" y="365124"/>
            <a:ext cx="10515600" cy="2478743"/>
          </a:xfrm>
        </p:spPr>
        <p:txBody>
          <a:bodyPr>
            <a:normAutofit/>
          </a:bodyPr>
          <a:lstStyle/>
          <a:p>
            <a:r>
              <a:rPr lang="en-US" sz="12600" b="1" dirty="0">
                <a:latin typeface="+mn-lt"/>
              </a:rPr>
              <a:t>PWM</a:t>
            </a:r>
          </a:p>
        </p:txBody>
      </p:sp>
      <p:sp>
        <p:nvSpPr>
          <p:cNvPr id="3" name="Content Placeholder 2">
            <a:extLst>
              <a:ext uri="{FF2B5EF4-FFF2-40B4-BE49-F238E27FC236}">
                <a16:creationId xmlns:a16="http://schemas.microsoft.com/office/drawing/2014/main" id="{0AFEB9A6-23FA-47F7-93BC-2883DE0D7D8D}"/>
              </a:ext>
            </a:extLst>
          </p:cNvPr>
          <p:cNvSpPr>
            <a:spLocks noGrp="1"/>
          </p:cNvSpPr>
          <p:nvPr>
            <p:ph idx="1"/>
          </p:nvPr>
        </p:nvSpPr>
        <p:spPr>
          <a:xfrm>
            <a:off x="930479" y="2052128"/>
            <a:ext cx="10515600" cy="4351338"/>
          </a:xfrm>
        </p:spPr>
        <p:txBody>
          <a:bodyPr>
            <a:normAutofit/>
          </a:bodyPr>
          <a:lstStyle/>
          <a:p>
            <a:pPr marL="0" indent="0">
              <a:buNone/>
            </a:pPr>
            <a:r>
              <a:rPr lang="en-US" sz="2400" dirty="0"/>
              <a:t>PULSE </a:t>
            </a:r>
            <a:r>
              <a:rPr lang="en-US" sz="2400" dirty="0">
                <a:solidFill>
                  <a:srgbClr val="FF0000"/>
                </a:solidFill>
              </a:rPr>
              <a:t>WIDTH </a:t>
            </a:r>
            <a:r>
              <a:rPr lang="en-US" sz="2400" dirty="0"/>
              <a:t>MODULATION</a:t>
            </a:r>
          </a:p>
        </p:txBody>
      </p:sp>
    </p:spTree>
    <p:extLst>
      <p:ext uri="{BB962C8B-B14F-4D97-AF65-F5344CB8AC3E}">
        <p14:creationId xmlns:p14="http://schemas.microsoft.com/office/powerpoint/2010/main" val="2946179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Arduino">
            <a:extLst>
              <a:ext uri="{FF2B5EF4-FFF2-40B4-BE49-F238E27FC236}">
                <a16:creationId xmlns:a16="http://schemas.microsoft.com/office/drawing/2014/main" id="{28D5808D-F8C8-411D-B28E-5560AA24C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954998" y="1526311"/>
            <a:ext cx="6305627" cy="43577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AE69118-8F19-47A7-B5C5-B33C3A5A5452}"/>
              </a:ext>
            </a:extLst>
          </p:cNvPr>
          <p:cNvSpPr>
            <a:spLocks noGrp="1"/>
          </p:cNvSpPr>
          <p:nvPr>
            <p:ph type="title"/>
          </p:nvPr>
        </p:nvSpPr>
        <p:spPr>
          <a:xfrm>
            <a:off x="371670" y="374456"/>
            <a:ext cx="10515600" cy="884835"/>
          </a:xfrm>
        </p:spPr>
        <p:txBody>
          <a:bodyPr/>
          <a:lstStyle/>
          <a:p>
            <a:r>
              <a:rPr lang="en-US" dirty="0"/>
              <a:t>Doing more with </a:t>
            </a:r>
            <a:r>
              <a:rPr lang="en-US" b="1" dirty="0"/>
              <a:t>digital pins</a:t>
            </a:r>
            <a:endParaRPr lang="en-US" dirty="0"/>
          </a:p>
        </p:txBody>
      </p:sp>
      <p:sp>
        <p:nvSpPr>
          <p:cNvPr id="3" name="Content Placeholder 2">
            <a:extLst>
              <a:ext uri="{FF2B5EF4-FFF2-40B4-BE49-F238E27FC236}">
                <a16:creationId xmlns:a16="http://schemas.microsoft.com/office/drawing/2014/main" id="{F1D3727A-6959-415B-8901-EF989AE0DC02}"/>
              </a:ext>
            </a:extLst>
          </p:cNvPr>
          <p:cNvSpPr>
            <a:spLocks noGrp="1"/>
          </p:cNvSpPr>
          <p:nvPr>
            <p:ph idx="1"/>
          </p:nvPr>
        </p:nvSpPr>
        <p:spPr>
          <a:xfrm>
            <a:off x="905312" y="1925893"/>
            <a:ext cx="4011921" cy="4044467"/>
          </a:xfrm>
        </p:spPr>
        <p:txBody>
          <a:bodyPr>
            <a:normAutofit/>
          </a:bodyPr>
          <a:lstStyle/>
          <a:p>
            <a:r>
              <a:rPr lang="en-US" sz="2400" dirty="0"/>
              <a:t>We’ve seen digital pins can only </a:t>
            </a:r>
            <a:br>
              <a:rPr lang="en-US" sz="2400" dirty="0"/>
            </a:br>
            <a:r>
              <a:rPr lang="en-US" sz="2400" dirty="0"/>
              <a:t>read two values:</a:t>
            </a:r>
          </a:p>
          <a:p>
            <a:pPr lvl="1"/>
            <a:r>
              <a:rPr lang="en-US" sz="2000" dirty="0"/>
              <a:t>1 – HIGH (5v)</a:t>
            </a:r>
          </a:p>
          <a:p>
            <a:pPr lvl="1"/>
            <a:r>
              <a:rPr lang="en-US" sz="2000" dirty="0"/>
              <a:t>0 – LOW (0v)</a:t>
            </a:r>
            <a:br>
              <a:rPr lang="en-US" sz="2000" dirty="0"/>
            </a:br>
            <a:br>
              <a:rPr lang="en-US" sz="2000" dirty="0"/>
            </a:br>
            <a:endParaRPr lang="en-US" sz="2000" dirty="0"/>
          </a:p>
          <a:p>
            <a:r>
              <a:rPr lang="en-US" sz="2000" dirty="0"/>
              <a:t>However, if we look carefully at the pin labels, you should notice a </a:t>
            </a:r>
            <a:r>
              <a:rPr lang="en-US" sz="2000" b="1" dirty="0"/>
              <a:t>special symbol</a:t>
            </a:r>
            <a:r>
              <a:rPr lang="en-US" sz="2000" dirty="0"/>
              <a:t> (tilde) beside some of the numbers</a:t>
            </a:r>
          </a:p>
        </p:txBody>
      </p:sp>
    </p:spTree>
    <p:extLst>
      <p:ext uri="{BB962C8B-B14F-4D97-AF65-F5344CB8AC3E}">
        <p14:creationId xmlns:p14="http://schemas.microsoft.com/office/powerpoint/2010/main" val="213979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08BF-8D75-40B6-91CC-9DC25E4335B0}"/>
              </a:ext>
            </a:extLst>
          </p:cNvPr>
          <p:cNvSpPr>
            <a:spLocks noGrp="1"/>
          </p:cNvSpPr>
          <p:nvPr>
            <p:ph type="title"/>
          </p:nvPr>
        </p:nvSpPr>
        <p:spPr>
          <a:xfrm>
            <a:off x="393583" y="105066"/>
            <a:ext cx="10515600" cy="1325563"/>
          </a:xfrm>
        </p:spPr>
        <p:txBody>
          <a:bodyPr/>
          <a:lstStyle/>
          <a:p>
            <a:r>
              <a:rPr lang="en-US" b="1" dirty="0"/>
              <a:t>PWM</a:t>
            </a:r>
          </a:p>
        </p:txBody>
      </p:sp>
      <p:sp>
        <p:nvSpPr>
          <p:cNvPr id="3" name="Content Placeholder 2">
            <a:extLst>
              <a:ext uri="{FF2B5EF4-FFF2-40B4-BE49-F238E27FC236}">
                <a16:creationId xmlns:a16="http://schemas.microsoft.com/office/drawing/2014/main" id="{A2F6A110-129F-4E15-8CBF-711BD3C364A3}"/>
              </a:ext>
            </a:extLst>
          </p:cNvPr>
          <p:cNvSpPr>
            <a:spLocks noGrp="1"/>
          </p:cNvSpPr>
          <p:nvPr>
            <p:ph idx="1"/>
          </p:nvPr>
        </p:nvSpPr>
        <p:spPr>
          <a:xfrm>
            <a:off x="393583" y="1343656"/>
            <a:ext cx="4952858" cy="1325564"/>
          </a:xfrm>
        </p:spPr>
        <p:txBody>
          <a:bodyPr>
            <a:normAutofit/>
          </a:bodyPr>
          <a:lstStyle/>
          <a:p>
            <a:r>
              <a:rPr lang="en-US" sz="2000" dirty="0"/>
              <a:t>These pins (3, 5, 6, 9, 10, 11) are </a:t>
            </a:r>
            <a:br>
              <a:rPr lang="en-US" sz="2000" dirty="0"/>
            </a:br>
            <a:r>
              <a:rPr lang="en-US" sz="2000" b="1" dirty="0" err="1"/>
              <a:t>pwm</a:t>
            </a:r>
            <a:r>
              <a:rPr lang="en-US" sz="2000" dirty="0"/>
              <a:t>-enabled, meaning that we can use </a:t>
            </a:r>
            <a:r>
              <a:rPr lang="en-US" sz="2000" b="1" dirty="0">
                <a:solidFill>
                  <a:schemeClr val="accent5">
                    <a:lumMod val="75000"/>
                  </a:schemeClr>
                </a:solidFill>
              </a:rPr>
              <a:t>pulse width modulation </a:t>
            </a:r>
            <a:r>
              <a:rPr lang="en-US" sz="2000" dirty="0"/>
              <a:t>with any wires connected to these pins.</a:t>
            </a:r>
          </a:p>
        </p:txBody>
      </p:sp>
      <p:pic>
        <p:nvPicPr>
          <p:cNvPr id="4" name="image15.png">
            <a:extLst>
              <a:ext uri="{FF2B5EF4-FFF2-40B4-BE49-F238E27FC236}">
                <a16:creationId xmlns:a16="http://schemas.microsoft.com/office/drawing/2014/main" id="{0FC50A16-79DC-4A3B-ABA4-557FEBE9FD5D}"/>
              </a:ext>
            </a:extLst>
          </p:cNvPr>
          <p:cNvPicPr/>
          <p:nvPr/>
        </p:nvPicPr>
        <p:blipFill>
          <a:blip r:embed="rId3"/>
          <a:srcRect/>
          <a:stretch>
            <a:fillRect/>
          </a:stretch>
        </p:blipFill>
        <p:spPr>
          <a:xfrm>
            <a:off x="5896947" y="400561"/>
            <a:ext cx="5456853" cy="5974542"/>
          </a:xfrm>
          <a:prstGeom prst="rect">
            <a:avLst/>
          </a:prstGeom>
          <a:ln/>
        </p:spPr>
      </p:pic>
      <p:sp>
        <p:nvSpPr>
          <p:cNvPr id="5" name="Content Placeholder 2">
            <a:extLst>
              <a:ext uri="{FF2B5EF4-FFF2-40B4-BE49-F238E27FC236}">
                <a16:creationId xmlns:a16="http://schemas.microsoft.com/office/drawing/2014/main" id="{DA144BA8-A4CA-4EDB-B2C4-A28153B7754B}"/>
              </a:ext>
            </a:extLst>
          </p:cNvPr>
          <p:cNvSpPr txBox="1">
            <a:spLocks/>
          </p:cNvSpPr>
          <p:nvPr/>
        </p:nvSpPr>
        <p:spPr>
          <a:xfrm>
            <a:off x="393583" y="2874422"/>
            <a:ext cx="4952858" cy="10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Although digital pins can only be at a HIGH or LOW voltage state, it is possible to flip back and forth very quickly.</a:t>
            </a:r>
          </a:p>
        </p:txBody>
      </p:sp>
      <p:sp>
        <p:nvSpPr>
          <p:cNvPr id="6" name="Content Placeholder 2">
            <a:extLst>
              <a:ext uri="{FF2B5EF4-FFF2-40B4-BE49-F238E27FC236}">
                <a16:creationId xmlns:a16="http://schemas.microsoft.com/office/drawing/2014/main" id="{EA846991-BB59-4636-A4A3-973DC5AA643E}"/>
              </a:ext>
            </a:extLst>
          </p:cNvPr>
          <p:cNvSpPr txBox="1">
            <a:spLocks/>
          </p:cNvSpPr>
          <p:nvPr/>
        </p:nvSpPr>
        <p:spPr>
          <a:xfrm>
            <a:off x="393582" y="4113012"/>
            <a:ext cx="5109595" cy="10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If we were to image a small amount of time (say 2 milliseconds), a </a:t>
            </a:r>
            <a:r>
              <a:rPr lang="en-US" sz="2000" b="1" dirty="0"/>
              <a:t>duty cycle</a:t>
            </a:r>
            <a:r>
              <a:rPr lang="en-US" sz="2000" dirty="0"/>
              <a:t> defines what percentage of that time the pin is at </a:t>
            </a:r>
            <a:r>
              <a:rPr lang="en-US" sz="2000" b="1" dirty="0">
                <a:solidFill>
                  <a:srgbClr val="FF0000"/>
                </a:solidFill>
              </a:rPr>
              <a:t>5v.</a:t>
            </a:r>
          </a:p>
        </p:txBody>
      </p:sp>
      <p:sp>
        <p:nvSpPr>
          <p:cNvPr id="7" name="Content Placeholder 2">
            <a:extLst>
              <a:ext uri="{FF2B5EF4-FFF2-40B4-BE49-F238E27FC236}">
                <a16:creationId xmlns:a16="http://schemas.microsoft.com/office/drawing/2014/main" id="{63B8DBF4-24D6-4D6C-9ECD-4D9D0AE9903A}"/>
              </a:ext>
            </a:extLst>
          </p:cNvPr>
          <p:cNvSpPr txBox="1">
            <a:spLocks/>
          </p:cNvSpPr>
          <p:nvPr/>
        </p:nvSpPr>
        <p:spPr>
          <a:xfrm>
            <a:off x="393581" y="5380618"/>
            <a:ext cx="5109595" cy="1033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This allows a component to behave </a:t>
            </a:r>
            <a:r>
              <a:rPr lang="en-US" sz="2000" i="1" dirty="0"/>
              <a:t>as if</a:t>
            </a:r>
            <a:r>
              <a:rPr lang="en-US" sz="2000" dirty="0"/>
              <a:t> it was receiving some voltage in between 0 – 5v.</a:t>
            </a:r>
            <a:endParaRPr lang="en-US" sz="2000" b="1" dirty="0">
              <a:solidFill>
                <a:srgbClr val="FF0000"/>
              </a:solidFill>
            </a:endParaRPr>
          </a:p>
        </p:txBody>
      </p:sp>
    </p:spTree>
    <p:extLst>
      <p:ext uri="{BB962C8B-B14F-4D97-AF65-F5344CB8AC3E}">
        <p14:creationId xmlns:p14="http://schemas.microsoft.com/office/powerpoint/2010/main" val="9371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7CCB8C-C38A-4E34-9673-876D462D13AF}"/>
              </a:ext>
            </a:extLst>
          </p:cNvPr>
          <p:cNvSpPr>
            <a:spLocks noGrp="1"/>
          </p:cNvSpPr>
          <p:nvPr>
            <p:ph idx="1"/>
          </p:nvPr>
        </p:nvSpPr>
        <p:spPr>
          <a:xfrm>
            <a:off x="838200" y="1825625"/>
            <a:ext cx="10305288" cy="4282567"/>
          </a:xfrm>
        </p:spPr>
        <p:txBody>
          <a:bodyPr/>
          <a:lstStyle/>
          <a:p>
            <a:pPr marL="0" indent="0">
              <a:buNone/>
            </a:pPr>
            <a:r>
              <a:rPr lang="en-US" dirty="0"/>
              <a:t>Although its name implies it should be used for </a:t>
            </a:r>
            <a:r>
              <a:rPr lang="en-US" b="1" dirty="0"/>
              <a:t>analog pins</a:t>
            </a:r>
            <a:r>
              <a:rPr lang="en-US" dirty="0"/>
              <a:t>, this instruction can be used for </a:t>
            </a:r>
            <a:r>
              <a:rPr lang="en-US" b="1" dirty="0"/>
              <a:t>PWM-enabled </a:t>
            </a:r>
            <a:r>
              <a:rPr lang="en-US" dirty="0"/>
              <a:t>digital pins as well.</a:t>
            </a:r>
          </a:p>
          <a:p>
            <a:pPr marL="0" indent="0">
              <a:buNone/>
            </a:pPr>
            <a:endParaRPr lang="en-US" dirty="0"/>
          </a:p>
          <a:p>
            <a:pPr marL="0" indent="0">
              <a:buNone/>
            </a:pPr>
            <a:r>
              <a:rPr lang="en-US" b="1" dirty="0" err="1"/>
              <a:t>analogWrite</a:t>
            </a:r>
            <a:r>
              <a:rPr lang="en-US" b="1" dirty="0"/>
              <a:t>( </a:t>
            </a:r>
            <a:r>
              <a:rPr lang="en-US" i="1" dirty="0"/>
              <a:t>pin number,  PWM amount </a:t>
            </a:r>
            <a:r>
              <a:rPr lang="en-US" b="1" dirty="0"/>
              <a:t>)</a:t>
            </a:r>
          </a:p>
          <a:p>
            <a:pPr marL="0" indent="0">
              <a:buNone/>
            </a:pPr>
            <a:endParaRPr lang="en-US" b="1" dirty="0"/>
          </a:p>
          <a:p>
            <a:pPr marL="0" indent="0">
              <a:buNone/>
            </a:pPr>
            <a:r>
              <a:rPr lang="en-US" dirty="0"/>
              <a:t>	pin number:		</a:t>
            </a:r>
            <a:r>
              <a:rPr lang="en-US" i="1" dirty="0"/>
              <a:t>digital pin number (must be PWM)</a:t>
            </a:r>
            <a:br>
              <a:rPr lang="en-US" i="1" dirty="0"/>
            </a:br>
            <a:r>
              <a:rPr lang="en-US" i="1" dirty="0"/>
              <a:t>	</a:t>
            </a:r>
            <a:r>
              <a:rPr lang="en-US" dirty="0"/>
              <a:t>PWM amount:     	</a:t>
            </a:r>
            <a:r>
              <a:rPr lang="en-US" i="1"/>
              <a:t>value between 0 - 255</a:t>
            </a:r>
            <a:endParaRPr lang="en-US" dirty="0"/>
          </a:p>
        </p:txBody>
      </p:sp>
      <p:sp>
        <p:nvSpPr>
          <p:cNvPr id="4" name="Title 1">
            <a:extLst>
              <a:ext uri="{FF2B5EF4-FFF2-40B4-BE49-F238E27FC236}">
                <a16:creationId xmlns:a16="http://schemas.microsoft.com/office/drawing/2014/main" id="{93240666-4804-45CB-B9DF-AFBE1B316870}"/>
              </a:ext>
            </a:extLst>
          </p:cNvPr>
          <p:cNvSpPr txBox="1">
            <a:spLocks/>
          </p:cNvSpPr>
          <p:nvPr/>
        </p:nvSpPr>
        <p:spPr>
          <a:xfrm>
            <a:off x="371670" y="374456"/>
            <a:ext cx="10515600" cy="884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Arduino – use </a:t>
            </a:r>
            <a:r>
              <a:rPr lang="en-US" b="1" dirty="0" err="1"/>
              <a:t>analogWrite</a:t>
            </a:r>
            <a:r>
              <a:rPr lang="en-US" b="1" dirty="0"/>
              <a:t>()</a:t>
            </a:r>
            <a:endParaRPr lang="en-US" dirty="0"/>
          </a:p>
        </p:txBody>
      </p:sp>
    </p:spTree>
    <p:extLst>
      <p:ext uri="{BB962C8B-B14F-4D97-AF65-F5344CB8AC3E}">
        <p14:creationId xmlns:p14="http://schemas.microsoft.com/office/powerpoint/2010/main" val="2665764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FA6F2ABA91154CB6A1447C0C6344A4" ma:contentTypeVersion="13" ma:contentTypeDescription="Create a new document." ma:contentTypeScope="" ma:versionID="b2e433a53fb4d00d74ccb11071e5b5ae">
  <xsd:schema xmlns:xsd="http://www.w3.org/2001/XMLSchema" xmlns:xs="http://www.w3.org/2001/XMLSchema" xmlns:p="http://schemas.microsoft.com/office/2006/metadata/properties" xmlns:ns3="7c34a598-813f-420e-b236-af83e43e373a" xmlns:ns4="97058c51-c72f-4e17-8c83-a53108498a8d" targetNamespace="http://schemas.microsoft.com/office/2006/metadata/properties" ma:root="true" ma:fieldsID="4ccf70996b506dac89d6cb143000d25a" ns3:_="" ns4:_="">
    <xsd:import namespace="7c34a598-813f-420e-b236-af83e43e373a"/>
    <xsd:import namespace="97058c51-c72f-4e17-8c83-a53108498a8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ServiceOCR"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34a598-813f-420e-b236-af83e43e37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058c51-c72f-4e17-8c83-a53108498a8d"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9BAF01-661F-4A7F-8A05-97ABF9D390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34a598-813f-420e-b236-af83e43e373a"/>
    <ds:schemaRef ds:uri="97058c51-c72f-4e17-8c83-a53108498a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F5B333-3F6A-46B3-BC04-C8E8A8AC2E03}">
  <ds:schemaRefs>
    <ds:schemaRef ds:uri="http://schemas.microsoft.com/sharepoint/v3/contenttype/forms"/>
  </ds:schemaRefs>
</ds:datastoreItem>
</file>

<file path=customXml/itemProps3.xml><?xml version="1.0" encoding="utf-8"?>
<ds:datastoreItem xmlns:ds="http://schemas.openxmlformats.org/officeDocument/2006/customXml" ds:itemID="{DA58838E-CBEA-4E0D-8975-33463D512FD3}">
  <ds:schemaRefs>
    <ds:schemaRef ds:uri="http://www.w3.org/XML/1998/namespace"/>
    <ds:schemaRef ds:uri="http://purl.org/dc/elements/1.1/"/>
    <ds:schemaRef ds:uri="http://purl.org/dc/terms/"/>
    <ds:schemaRef ds:uri="7c34a598-813f-420e-b236-af83e43e373a"/>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97058c51-c72f-4e17-8c83-a53108498a8d"/>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83</TotalTime>
  <Words>166</Words>
  <Application>Microsoft Office PowerPoint</Application>
  <PresentationFormat>Widescreen</PresentationFormat>
  <Paragraphs>23</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PWM</vt:lpstr>
      <vt:lpstr>Doing more with digital pins</vt:lpstr>
      <vt:lpstr>PWM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Stefan</dc:creator>
  <cp:lastModifiedBy>Scott, Stefan</cp:lastModifiedBy>
  <cp:revision>2</cp:revision>
  <dcterms:created xsi:type="dcterms:W3CDTF">2020-11-03T15:57:20Z</dcterms:created>
  <dcterms:modified xsi:type="dcterms:W3CDTF">2020-11-05T17:37:26Z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0x010100C4FA6F2ABA91154CB6A1447C0C6344A4</vt:lpwstr>
  </property>
</Properties>
</file>