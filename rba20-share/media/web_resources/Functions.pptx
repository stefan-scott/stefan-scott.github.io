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9" r:id="rId5"/>
    <p:sldId id="262" r:id="rId6"/>
    <p:sldId id="263" r:id="rId7"/>
    <p:sldId id="264" r:id="rId8"/>
    <p:sldId id="268" r:id="rId9"/>
    <p:sldId id="269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5222A-3E28-4818-97A8-CAAC40CE880E}" v="1504" dt="2020-11-05T18:15:43.001"/>
    <p1510:client id="{75C7BD07-7581-435C-B6D2-73515BEA01EA}" v="473" dt="2020-11-06T15:38:44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3102" autoAdjust="0"/>
  </p:normalViewPr>
  <p:slideViewPr>
    <p:cSldViewPr snapToGrid="0">
      <p:cViewPr varScale="1">
        <p:scale>
          <a:sx n="72" d="100"/>
          <a:sy n="72" d="100"/>
        </p:scale>
        <p:origin x="12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, Stefan" userId="881558bf-77e1-4109-9642-244265a79c16" providerId="ADAL" clId="{75C7BD07-7581-435C-B6D2-73515BEA01EA}"/>
    <pc:docChg chg="undo custSel addSld modSld">
      <pc:chgData name="Scott, Stefan" userId="881558bf-77e1-4109-9642-244265a79c16" providerId="ADAL" clId="{75C7BD07-7581-435C-B6D2-73515BEA01EA}" dt="2020-11-06T15:39:07.890" v="1171" actId="692"/>
      <pc:docMkLst>
        <pc:docMk/>
      </pc:docMkLst>
      <pc:sldChg chg="addSp delSp modSp delAnim">
        <pc:chgData name="Scott, Stefan" userId="881558bf-77e1-4109-9642-244265a79c16" providerId="ADAL" clId="{75C7BD07-7581-435C-B6D2-73515BEA01EA}" dt="2020-11-06T15:39:07.890" v="1171" actId="692"/>
        <pc:sldMkLst>
          <pc:docMk/>
          <pc:sldMk cId="2968388859" sldId="267"/>
        </pc:sldMkLst>
        <pc:picChg chg="add mod">
          <ac:chgData name="Scott, Stefan" userId="881558bf-77e1-4109-9642-244265a79c16" providerId="ADAL" clId="{75C7BD07-7581-435C-B6D2-73515BEA01EA}" dt="2020-11-06T15:39:07.890" v="1171" actId="692"/>
          <ac:picMkLst>
            <pc:docMk/>
            <pc:sldMk cId="2968388859" sldId="267"/>
            <ac:picMk id="2" creationId="{267CD055-6AE6-4BA8-9C2E-FE6D9FDD3560}"/>
          </ac:picMkLst>
        </pc:picChg>
        <pc:picChg chg="del">
          <ac:chgData name="Scott, Stefan" userId="881558bf-77e1-4109-9642-244265a79c16" providerId="ADAL" clId="{75C7BD07-7581-435C-B6D2-73515BEA01EA}" dt="2020-11-06T15:38:43.196" v="1163" actId="478"/>
          <ac:picMkLst>
            <pc:docMk/>
            <pc:sldMk cId="2968388859" sldId="267"/>
            <ac:picMk id="5" creationId="{99E10F43-E29E-47E8-9467-C93692D4A539}"/>
          </ac:picMkLst>
        </pc:picChg>
      </pc:sldChg>
      <pc:sldChg chg="addSp delSp modSp add modAnim modNotesTx">
        <pc:chgData name="Scott, Stefan" userId="881558bf-77e1-4109-9642-244265a79c16" providerId="ADAL" clId="{75C7BD07-7581-435C-B6D2-73515BEA01EA}" dt="2020-11-06T15:23:45.975" v="491" actId="5793"/>
        <pc:sldMkLst>
          <pc:docMk/>
          <pc:sldMk cId="3392764428" sldId="268"/>
        </pc:sldMkLst>
        <pc:spChg chg="del">
          <ac:chgData name="Scott, Stefan" userId="881558bf-77e1-4109-9642-244265a79c16" providerId="ADAL" clId="{75C7BD07-7581-435C-B6D2-73515BEA01EA}" dt="2020-11-06T15:18:13.420" v="1" actId="478"/>
          <ac:spMkLst>
            <pc:docMk/>
            <pc:sldMk cId="3392764428" sldId="268"/>
            <ac:spMk id="2" creationId="{01351DEE-3773-4D1D-96A0-6F51CCF1BD18}"/>
          </ac:spMkLst>
        </pc:spChg>
        <pc:spChg chg="mod">
          <ac:chgData name="Scott, Stefan" userId="881558bf-77e1-4109-9642-244265a79c16" providerId="ADAL" clId="{75C7BD07-7581-435C-B6D2-73515BEA01EA}" dt="2020-11-06T15:22:46.017" v="338" actId="1076"/>
          <ac:spMkLst>
            <pc:docMk/>
            <pc:sldMk cId="3392764428" sldId="268"/>
            <ac:spMk id="3" creationId="{D91555E4-5C8B-40E6-802A-25A0E6AF2EAC}"/>
          </ac:spMkLst>
        </pc:spChg>
        <pc:spChg chg="add mod">
          <ac:chgData name="Scott, Stefan" userId="881558bf-77e1-4109-9642-244265a79c16" providerId="ADAL" clId="{75C7BD07-7581-435C-B6D2-73515BEA01EA}" dt="2020-11-06T15:18:17.019" v="9" actId="20577"/>
          <ac:spMkLst>
            <pc:docMk/>
            <pc:sldMk cId="3392764428" sldId="268"/>
            <ac:spMk id="4" creationId="{573302F7-D3D0-41E5-BC47-F68148F31B8D}"/>
          </ac:spMkLst>
        </pc:spChg>
        <pc:picChg chg="add mod">
          <ac:chgData name="Scott, Stefan" userId="881558bf-77e1-4109-9642-244265a79c16" providerId="ADAL" clId="{75C7BD07-7581-435C-B6D2-73515BEA01EA}" dt="2020-11-06T15:19:57.165" v="13" actId="14100"/>
          <ac:picMkLst>
            <pc:docMk/>
            <pc:sldMk cId="3392764428" sldId="268"/>
            <ac:picMk id="5" creationId="{2DE0DED6-2833-4906-86CC-7D5072A0DB27}"/>
          </ac:picMkLst>
        </pc:picChg>
      </pc:sldChg>
      <pc:sldChg chg="addSp delSp modSp add modAnim">
        <pc:chgData name="Scott, Stefan" userId="881558bf-77e1-4109-9642-244265a79c16" providerId="ADAL" clId="{75C7BD07-7581-435C-B6D2-73515BEA01EA}" dt="2020-11-06T15:37:11.970" v="1162"/>
        <pc:sldMkLst>
          <pc:docMk/>
          <pc:sldMk cId="960868655" sldId="269"/>
        </pc:sldMkLst>
        <pc:spChg chg="del mod">
          <ac:chgData name="Scott, Stefan" userId="881558bf-77e1-4109-9642-244265a79c16" providerId="ADAL" clId="{75C7BD07-7581-435C-B6D2-73515BEA01EA}" dt="2020-11-06T15:25:11.181" v="518" actId="478"/>
          <ac:spMkLst>
            <pc:docMk/>
            <pc:sldMk cId="960868655" sldId="269"/>
            <ac:spMk id="2" creationId="{9FEFA04E-4369-4E19-84CE-802E4DB6970F}"/>
          </ac:spMkLst>
        </pc:spChg>
        <pc:spChg chg="mod ord">
          <ac:chgData name="Scott, Stefan" userId="881558bf-77e1-4109-9642-244265a79c16" providerId="ADAL" clId="{75C7BD07-7581-435C-B6D2-73515BEA01EA}" dt="2020-11-06T15:32:00.384" v="918" actId="20577"/>
          <ac:spMkLst>
            <pc:docMk/>
            <pc:sldMk cId="960868655" sldId="269"/>
            <ac:spMk id="3" creationId="{05C0CE40-7BF1-41F5-8EDC-9FB54AEB2125}"/>
          </ac:spMkLst>
        </pc:spChg>
        <pc:spChg chg="add mod">
          <ac:chgData name="Scott, Stefan" userId="881558bf-77e1-4109-9642-244265a79c16" providerId="ADAL" clId="{75C7BD07-7581-435C-B6D2-73515BEA01EA}" dt="2020-11-06T15:25:07.022" v="516" actId="113"/>
          <ac:spMkLst>
            <pc:docMk/>
            <pc:sldMk cId="960868655" sldId="269"/>
            <ac:spMk id="4" creationId="{2FB7E3E2-1C02-4911-8BFC-4CBF3BB9E906}"/>
          </ac:spMkLst>
        </pc:spChg>
        <pc:spChg chg="add mod">
          <ac:chgData name="Scott, Stefan" userId="881558bf-77e1-4109-9642-244265a79c16" providerId="ADAL" clId="{75C7BD07-7581-435C-B6D2-73515BEA01EA}" dt="2020-11-06T15:28:51.798" v="531" actId="14100"/>
          <ac:spMkLst>
            <pc:docMk/>
            <pc:sldMk cId="960868655" sldId="269"/>
            <ac:spMk id="6" creationId="{AC61BD19-2D15-4185-A314-37FCC94C4226}"/>
          </ac:spMkLst>
        </pc:spChg>
        <pc:spChg chg="add del mod">
          <ac:chgData name="Scott, Stefan" userId="881558bf-77e1-4109-9642-244265a79c16" providerId="ADAL" clId="{75C7BD07-7581-435C-B6D2-73515BEA01EA}" dt="2020-11-06T15:30:53.793" v="759" actId="478"/>
          <ac:spMkLst>
            <pc:docMk/>
            <pc:sldMk cId="960868655" sldId="269"/>
            <ac:spMk id="7" creationId="{3F4050C6-49FF-46A7-A781-DE529FC461A6}"/>
          </ac:spMkLst>
        </pc:spChg>
        <pc:spChg chg="add mod">
          <ac:chgData name="Scott, Stefan" userId="881558bf-77e1-4109-9642-244265a79c16" providerId="ADAL" clId="{75C7BD07-7581-435C-B6D2-73515BEA01EA}" dt="2020-11-06T15:32:11.761" v="920" actId="14100"/>
          <ac:spMkLst>
            <pc:docMk/>
            <pc:sldMk cId="960868655" sldId="269"/>
            <ac:spMk id="8" creationId="{84822AA4-C54B-43AF-85A2-29E7222F1F04}"/>
          </ac:spMkLst>
        </pc:spChg>
        <pc:spChg chg="add mod">
          <ac:chgData name="Scott, Stefan" userId="881558bf-77e1-4109-9642-244265a79c16" providerId="ADAL" clId="{75C7BD07-7581-435C-B6D2-73515BEA01EA}" dt="2020-11-06T15:32:22.337" v="922" actId="1076"/>
          <ac:spMkLst>
            <pc:docMk/>
            <pc:sldMk cId="960868655" sldId="269"/>
            <ac:spMk id="9" creationId="{7CEE136D-A364-4C60-9712-4EE47E84421A}"/>
          </ac:spMkLst>
        </pc:spChg>
        <pc:spChg chg="add del">
          <ac:chgData name="Scott, Stefan" userId="881558bf-77e1-4109-9642-244265a79c16" providerId="ADAL" clId="{75C7BD07-7581-435C-B6D2-73515BEA01EA}" dt="2020-11-06T15:32:35.864" v="926"/>
          <ac:spMkLst>
            <pc:docMk/>
            <pc:sldMk cId="960868655" sldId="269"/>
            <ac:spMk id="10" creationId="{10848314-1D6C-411C-8FC9-BD8EB8ACD7B6}"/>
          </ac:spMkLst>
        </pc:spChg>
        <pc:spChg chg="add mod">
          <ac:chgData name="Scott, Stefan" userId="881558bf-77e1-4109-9642-244265a79c16" providerId="ADAL" clId="{75C7BD07-7581-435C-B6D2-73515BEA01EA}" dt="2020-11-06T15:36:54.054" v="1160" actId="207"/>
          <ac:spMkLst>
            <pc:docMk/>
            <pc:sldMk cId="960868655" sldId="269"/>
            <ac:spMk id="11" creationId="{470D6865-B51E-4557-AF56-00D248089996}"/>
          </ac:spMkLst>
        </pc:spChg>
        <pc:spChg chg="add del mod">
          <ac:chgData name="Scott, Stefan" userId="881558bf-77e1-4109-9642-244265a79c16" providerId="ADAL" clId="{75C7BD07-7581-435C-B6D2-73515BEA01EA}" dt="2020-11-06T15:35:30.453" v="1152" actId="11529"/>
          <ac:spMkLst>
            <pc:docMk/>
            <pc:sldMk cId="960868655" sldId="269"/>
            <ac:spMk id="21" creationId="{6CA4B3A5-6120-4796-B71F-90286DF5DC28}"/>
          </ac:spMkLst>
        </pc:spChg>
        <pc:picChg chg="add mod">
          <ac:chgData name="Scott, Stefan" userId="881558bf-77e1-4109-9642-244265a79c16" providerId="ADAL" clId="{75C7BD07-7581-435C-B6D2-73515BEA01EA}" dt="2020-11-06T15:29:51.745" v="738" actId="1076"/>
          <ac:picMkLst>
            <pc:docMk/>
            <pc:sldMk cId="960868655" sldId="269"/>
            <ac:picMk id="5" creationId="{FD67D5CC-DA62-4E04-8E0F-533CB2FFF05A}"/>
          </ac:picMkLst>
        </pc:picChg>
        <pc:cxnChg chg="add del mod">
          <ac:chgData name="Scott, Stefan" userId="881558bf-77e1-4109-9642-244265a79c16" providerId="ADAL" clId="{75C7BD07-7581-435C-B6D2-73515BEA01EA}" dt="2020-11-06T15:35:11.428" v="1150" actId="478"/>
          <ac:cxnSpMkLst>
            <pc:docMk/>
            <pc:sldMk cId="960868655" sldId="269"/>
            <ac:cxnSpMk id="13" creationId="{E5594AE1-98B6-4CA3-8AA3-DD66DF08B5D1}"/>
          </ac:cxnSpMkLst>
        </pc:cxnChg>
        <pc:cxnChg chg="add del mod">
          <ac:chgData name="Scott, Stefan" userId="881558bf-77e1-4109-9642-244265a79c16" providerId="ADAL" clId="{75C7BD07-7581-435C-B6D2-73515BEA01EA}" dt="2020-11-06T15:35:51.172" v="1154" actId="11529"/>
          <ac:cxnSpMkLst>
            <pc:docMk/>
            <pc:sldMk cId="960868655" sldId="269"/>
            <ac:cxnSpMk id="23" creationId="{8742BA9F-93FC-4E3C-8282-15A03AA30518}"/>
          </ac:cxnSpMkLst>
        </pc:cxnChg>
        <pc:cxnChg chg="add mod">
          <ac:chgData name="Scott, Stefan" userId="881558bf-77e1-4109-9642-244265a79c16" providerId="ADAL" clId="{75C7BD07-7581-435C-B6D2-73515BEA01EA}" dt="2020-11-06T15:36:29.968" v="1159" actId="1582"/>
          <ac:cxnSpMkLst>
            <pc:docMk/>
            <pc:sldMk cId="960868655" sldId="269"/>
            <ac:cxnSpMk id="25" creationId="{196F461F-61C1-4403-92DF-7527905C876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D8112-0BFA-4710-A54D-93231BBE700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B1BD3-C868-4DF3-911E-877FAF88D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8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07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building some simple printing functions and run them first. That’s likely better than jumping into a complicated fading LED example…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1BD3-C868-4DF3-911E-877FAF88DF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69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3812-C1AB-4D79-B782-31F882A9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FAF63-486D-4113-912E-5EA97E6CC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74C32-2349-4831-A7FB-65C04CAB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745A-72CB-4D3E-89F2-BA1D928D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42C9-78D1-42D0-9CB7-90288DB3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0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10F3-9367-4C78-9419-5DB6DBC5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8962-57AE-490D-A889-E9812E4D2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FF02-2B38-4DEB-9CAC-DD592665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4EA20-EC5F-4949-8F34-DAEB9601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89B-CCEB-4DE8-93FD-F5EBDFAE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5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8CF6-B723-4FA4-A022-825A15D2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46F96-353B-4DC6-AA75-A17405FE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4A644-BBC7-498A-AD82-E7A6A111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1BED-EA9B-46C8-A666-A0FBDAD4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B7CF-4175-4FBB-9C8C-8801138E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FF46-692F-47C2-9440-6EF0EEA6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606CF-06DB-4744-8386-8C717B33D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76287-CD30-4193-A338-295D3B63C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74F8D-5ED0-4D6B-AF8D-9517A7A6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1F2F7-4631-4CF2-8BF5-0ACEF4C9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9CADB-F03B-4B0D-B296-A554365F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1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4B99-A2EB-419D-9728-56845F9D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1448-4024-44B2-B71A-0028240B8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BB2A0-8AEC-4F89-949B-E9F2A821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7688A-4F9E-4BFF-8F70-122F1CD4B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19807-C43F-4FAA-A790-D81FB4E05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346DB-B43A-492C-84FB-AE66040F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BB666-9A01-4FF7-B294-E1A723F6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C229B-2253-40AA-A6B5-DB1C60AD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4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378C-0A00-4FAB-B310-60AEC509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0A1A7-D62A-472F-BA1F-3691D971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2BFD5-D066-46E3-9616-3D149BEE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41697-E6E8-40A8-96C6-BC943AC4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7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396F6-9153-4F59-AF36-1478AF08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68568-AE19-418C-9B24-7B146D27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D576A-6CA7-4D24-A89E-B5F72E48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9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C89C-1C0D-4F5F-8863-98BFBB97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8C686-F46A-4C7B-9A05-4574DDD2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8F41A-A53E-41E1-8E3F-0E416C9B5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C96B7-7A95-43C4-A4D5-691F27C5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C7572-F1BE-45D8-A49C-C8B2BE24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24859-AEA2-406F-BA76-5C3605F8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9998-9933-4C84-B728-27CFE7AC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1DFB6-7602-4A75-B254-9EDE7E261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9F439-CDF4-4F81-926C-8BC2F3C66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E62E6-D74A-474B-9C64-3C0E4ADA5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9E92F-EBDE-44CB-AAEC-60C6E1F2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C310B-8447-4881-B77E-DC425B88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9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7AF5-38B7-4D22-9286-EA0E7756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A779C-DFA0-4EA0-81FC-F665094E3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98BC0-39D9-4D21-AB9E-DB6DD7DB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522D6-2466-4681-83B1-3EB381CD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021C4-4057-4562-8355-074C93AA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3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05FC7-B1D9-42C2-BE99-AB30A3A2F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C376A-829F-4D71-ACC1-013B152AD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F679-C85E-4088-9B27-5095F308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FDC6-2141-49EF-9FE8-3544A17A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8034-4373-4FE2-AD87-06FC8805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4F137-EC8C-4AF1-B4B4-FD56B2D8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7E4B5-AE9C-4810-8BBB-80E75E87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1397-1ABC-4F34-8DEA-2AFE631BE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1A933-F3D1-4421-A982-DDCBBA151C1B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8B85-E205-417D-A571-CCA1BE3C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DB35-2944-47EB-9F44-E9F7D37E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3635-3432-4064-8143-4F9979D9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478743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+mn-lt"/>
              </a:rPr>
              <a:t>Intermediate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B9A6-23FA-47F7-93BC-2883DE0D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479" y="205212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FUNCTIONS &amp; </a:t>
            </a:r>
            <a:r>
              <a:rPr lang="en-US" sz="2400" dirty="0">
                <a:solidFill>
                  <a:srgbClr val="FF0000"/>
                </a:solidFill>
              </a:rPr>
              <a:t>ARRAYS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617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CB8C-C38A-4E34-9673-876D462D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70" y="1600749"/>
            <a:ext cx="5614602" cy="20812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We’ve seen 2 functions so far:</a:t>
            </a:r>
          </a:p>
          <a:p>
            <a:pPr lvl="1"/>
            <a:r>
              <a:rPr lang="en-US" dirty="0"/>
              <a:t>setup()</a:t>
            </a:r>
          </a:p>
          <a:p>
            <a:pPr lvl="1"/>
            <a:r>
              <a:rPr lang="en-US" dirty="0"/>
              <a:t>loop()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i="1" dirty="0">
                <a:latin typeface="+mj-lt"/>
              </a:rPr>
              <a:t>These run automatically (once or repeating)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240666-4804-45CB-B9DF-AFBE1B316870}"/>
              </a:ext>
            </a:extLst>
          </p:cNvPr>
          <p:cNvSpPr txBox="1">
            <a:spLocks/>
          </p:cNvSpPr>
          <p:nvPr/>
        </p:nvSpPr>
        <p:spPr>
          <a:xfrm>
            <a:off x="371670" y="374456"/>
            <a:ext cx="10515600" cy="88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Functions </a:t>
            </a:r>
            <a:r>
              <a:rPr lang="en-US" b="1" dirty="0"/>
              <a:t>so far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25951-BC85-4E07-BF65-CD8D46507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50" y="1600749"/>
            <a:ext cx="4979480" cy="465632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451A0D-C6D5-45CC-A267-805D98905056}"/>
              </a:ext>
            </a:extLst>
          </p:cNvPr>
          <p:cNvSpPr txBox="1">
            <a:spLocks/>
          </p:cNvSpPr>
          <p:nvPr/>
        </p:nvSpPr>
        <p:spPr>
          <a:xfrm>
            <a:off x="371670" y="3928913"/>
            <a:ext cx="5614602" cy="139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We can write our own functions. Why?</a:t>
            </a:r>
          </a:p>
          <a:p>
            <a:pPr lvl="1"/>
            <a:r>
              <a:rPr lang="en-US" dirty="0"/>
              <a:t>Organize code</a:t>
            </a:r>
          </a:p>
          <a:p>
            <a:pPr lvl="1"/>
            <a:r>
              <a:rPr lang="en-US" dirty="0"/>
              <a:t>Reusable code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6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0D70-9FC9-462D-9471-610B529B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16" y="206629"/>
            <a:ext cx="10515600" cy="1325563"/>
          </a:xfrm>
        </p:spPr>
        <p:txBody>
          <a:bodyPr/>
          <a:lstStyle/>
          <a:p>
            <a:r>
              <a:rPr lang="en-US" b="1" dirty="0"/>
              <a:t>Writing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031F2-AA7A-4D4F-AB00-27D2F4FB6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1" y="1776857"/>
            <a:ext cx="5684463" cy="151498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Functions can’t be inside of other functions.</a:t>
            </a:r>
          </a:p>
          <a:p>
            <a:pPr lvl="1"/>
            <a:r>
              <a:rPr lang="en-US" sz="1800" dirty="0"/>
              <a:t>make sure it is outside of the script brackets for </a:t>
            </a:r>
            <a:r>
              <a:rPr lang="en-US" sz="1800" b="1" dirty="0"/>
              <a:t>setup()</a:t>
            </a:r>
            <a:r>
              <a:rPr lang="en-US" sz="1800" dirty="0"/>
              <a:t> and </a:t>
            </a:r>
            <a:r>
              <a:rPr lang="en-US" sz="1800" b="1" dirty="0"/>
              <a:t>loop()</a:t>
            </a:r>
            <a:endParaRPr lang="en-US" sz="18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80BF4-AC3B-4AB6-BE03-EF177953C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786" y="2508694"/>
            <a:ext cx="5827718" cy="2660714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CE4575-7B93-4661-AA0B-FCBC994F0B89}"/>
              </a:ext>
            </a:extLst>
          </p:cNvPr>
          <p:cNvSpPr txBox="1">
            <a:spLocks/>
          </p:cNvSpPr>
          <p:nvPr/>
        </p:nvSpPr>
        <p:spPr>
          <a:xfrm>
            <a:off x="301750" y="3842099"/>
            <a:ext cx="5684463" cy="151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Let’s look more closely at the different parts.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5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19BC5A-D761-41C9-A68F-59B212EFBF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720" r="37239"/>
          <a:stretch/>
        </p:blipFill>
        <p:spPr>
          <a:xfrm>
            <a:off x="1800261" y="1929384"/>
            <a:ext cx="8908469" cy="2999232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6" name="Callout: Line 5">
            <a:extLst>
              <a:ext uri="{FF2B5EF4-FFF2-40B4-BE49-F238E27FC236}">
                <a16:creationId xmlns:a16="http://schemas.microsoft.com/office/drawing/2014/main" id="{BFC11ABF-02A2-423D-B962-A46B05E9A06E}"/>
              </a:ext>
            </a:extLst>
          </p:cNvPr>
          <p:cNvSpPr/>
          <p:nvPr/>
        </p:nvSpPr>
        <p:spPr>
          <a:xfrm>
            <a:off x="1800261" y="2535936"/>
            <a:ext cx="1369659" cy="536448"/>
          </a:xfrm>
          <a:prstGeom prst="borderCallout1">
            <a:avLst>
              <a:gd name="adj1" fmla="val 18750"/>
              <a:gd name="adj2" fmla="val -8333"/>
              <a:gd name="adj3" fmla="val -262500"/>
              <a:gd name="adj4" fmla="val -57026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B2312-9AE5-41E0-89FE-FB2E76363723}"/>
              </a:ext>
            </a:extLst>
          </p:cNvPr>
          <p:cNvSpPr txBox="1"/>
          <p:nvPr/>
        </p:nvSpPr>
        <p:spPr>
          <a:xfrm>
            <a:off x="97536" y="73152"/>
            <a:ext cx="3779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now, start with the keyword </a:t>
            </a:r>
            <a:r>
              <a:rPr lang="en-US" b="1" dirty="0"/>
              <a:t>void.</a:t>
            </a:r>
            <a:endParaRPr lang="en-US" dirty="0"/>
          </a:p>
          <a:p>
            <a:r>
              <a:rPr lang="en-US" i="1" dirty="0">
                <a:latin typeface="+mj-lt"/>
              </a:rPr>
              <a:t>This means the function doesn’t produce any output.</a:t>
            </a: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AB76FA4F-CCE7-4FF6-BFC0-6F9310CA07BB}"/>
              </a:ext>
            </a:extLst>
          </p:cNvPr>
          <p:cNvSpPr/>
          <p:nvPr/>
        </p:nvSpPr>
        <p:spPr>
          <a:xfrm>
            <a:off x="3212592" y="2535936"/>
            <a:ext cx="2980944" cy="536448"/>
          </a:xfrm>
          <a:prstGeom prst="borderCallout1">
            <a:avLst>
              <a:gd name="adj1" fmla="val -22159"/>
              <a:gd name="adj2" fmla="val 35536"/>
              <a:gd name="adj3" fmla="val -282954"/>
              <a:gd name="adj4" fmla="val 43492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F06F7-DE99-4D84-857C-DC549285E2DA}"/>
              </a:ext>
            </a:extLst>
          </p:cNvPr>
          <p:cNvSpPr txBox="1"/>
          <p:nvPr/>
        </p:nvSpPr>
        <p:spPr>
          <a:xfrm>
            <a:off x="4206240" y="51602"/>
            <a:ext cx="3779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 our function a descriptive name.</a:t>
            </a:r>
          </a:p>
          <a:p>
            <a:r>
              <a:rPr lang="en-US" i="1" dirty="0">
                <a:latin typeface="+mj-lt"/>
              </a:rPr>
              <a:t>Must start with a letter, there are a few reserved words we can’t use.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510FE446-2040-42B0-9A63-27849934D18B}"/>
              </a:ext>
            </a:extLst>
          </p:cNvPr>
          <p:cNvSpPr/>
          <p:nvPr/>
        </p:nvSpPr>
        <p:spPr>
          <a:xfrm>
            <a:off x="6264746" y="2529840"/>
            <a:ext cx="550582" cy="536448"/>
          </a:xfrm>
          <a:prstGeom prst="borderCallout1">
            <a:avLst>
              <a:gd name="adj1" fmla="val -19886"/>
              <a:gd name="adj2" fmla="val 73181"/>
              <a:gd name="adj3" fmla="val -192045"/>
              <a:gd name="adj4" fmla="val 446510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0302B-EDAF-46C5-BF24-6F987630FEC6}"/>
              </a:ext>
            </a:extLst>
          </p:cNvPr>
          <p:cNvSpPr txBox="1"/>
          <p:nvPr/>
        </p:nvSpPr>
        <p:spPr>
          <a:xfrm>
            <a:off x="8124026" y="77938"/>
            <a:ext cx="3779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two brackets </a:t>
            </a:r>
            <a:r>
              <a:rPr lang="en-US" b="1" dirty="0"/>
              <a:t>()</a:t>
            </a:r>
            <a:r>
              <a:rPr lang="en-US" dirty="0"/>
              <a:t> here. Inside of these we can add variables if this function will need input values.</a:t>
            </a:r>
          </a:p>
          <a:p>
            <a:r>
              <a:rPr lang="en-US" i="1" dirty="0">
                <a:latin typeface="+mj-lt"/>
              </a:rPr>
              <a:t>If not, the brackets can be empty.</a:t>
            </a:r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CA7609C1-2F04-4E16-AD8A-A136E190B15D}"/>
              </a:ext>
            </a:extLst>
          </p:cNvPr>
          <p:cNvSpPr/>
          <p:nvPr/>
        </p:nvSpPr>
        <p:spPr>
          <a:xfrm>
            <a:off x="6885567" y="2537383"/>
            <a:ext cx="281387" cy="536448"/>
          </a:xfrm>
          <a:prstGeom prst="borderCallout1">
            <a:avLst>
              <a:gd name="adj1" fmla="val 111932"/>
              <a:gd name="adj2" fmla="val 68848"/>
              <a:gd name="adj3" fmla="val 512500"/>
              <a:gd name="adj4" fmla="val 221203"/>
            </a:avLst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2EDC1E-80E9-4589-8A60-64145009E0F0}"/>
              </a:ext>
            </a:extLst>
          </p:cNvPr>
          <p:cNvSpPr txBox="1"/>
          <p:nvPr/>
        </p:nvSpPr>
        <p:spPr>
          <a:xfrm>
            <a:off x="7179146" y="5375362"/>
            <a:ext cx="3779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two brackets </a:t>
            </a:r>
            <a:r>
              <a:rPr lang="en-US" b="1" dirty="0"/>
              <a:t>()</a:t>
            </a:r>
            <a:r>
              <a:rPr lang="en-US" dirty="0"/>
              <a:t> here. Inside of these we can add variables if this function will need input values.</a:t>
            </a:r>
          </a:p>
          <a:p>
            <a:r>
              <a:rPr lang="en-US" i="1" dirty="0">
                <a:latin typeface="+mj-lt"/>
              </a:rPr>
              <a:t>If not, the brackets can be empty.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5AED18-7725-464E-BE19-ABA0CF1C273E}"/>
              </a:ext>
            </a:extLst>
          </p:cNvPr>
          <p:cNvSpPr/>
          <p:nvPr/>
        </p:nvSpPr>
        <p:spPr>
          <a:xfrm>
            <a:off x="1849029" y="3938016"/>
            <a:ext cx="430875" cy="536448"/>
          </a:xfrm>
          <a:prstGeom prst="rect">
            <a:avLst/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8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3" grpId="0" animBg="1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555E4-5C8B-40E6-802A-25A0E6AF2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030898"/>
            <a:ext cx="4935118" cy="4351338"/>
          </a:xfrm>
        </p:spPr>
        <p:txBody>
          <a:bodyPr>
            <a:normAutofit/>
          </a:bodyPr>
          <a:lstStyle/>
          <a:p>
            <a:r>
              <a:rPr lang="en-US" sz="2000" dirty="0"/>
              <a:t>Functions we create won’t run on their own.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We need to </a:t>
            </a:r>
            <a:r>
              <a:rPr lang="en-US" sz="2000" b="1" dirty="0"/>
              <a:t>invoke</a:t>
            </a:r>
            <a:r>
              <a:rPr lang="en-US" sz="2000" dirty="0"/>
              <a:t> or </a:t>
            </a:r>
            <a:r>
              <a:rPr lang="en-US" sz="2000" b="1" dirty="0"/>
              <a:t>call</a:t>
            </a:r>
            <a:r>
              <a:rPr lang="en-US" sz="2000" dirty="0"/>
              <a:t> the function to run.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To do this, type </a:t>
            </a:r>
            <a:r>
              <a:rPr lang="en-US" sz="2000" b="1" i="1" dirty="0" err="1"/>
              <a:t>functionName</a:t>
            </a:r>
            <a:r>
              <a:rPr lang="en-US" sz="2000" b="1" i="1" dirty="0"/>
              <a:t>();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wherever you want the function to execute.</a:t>
            </a:r>
            <a:br>
              <a:rPr lang="en-US" sz="2000" dirty="0"/>
            </a:br>
            <a:r>
              <a:rPr lang="en-US" sz="1600" i="1" dirty="0"/>
              <a:t>(including any inputs necessary inside the brackets)</a:t>
            </a:r>
            <a:endParaRPr lang="en-US" sz="2000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3302F7-D3D0-41E5-BC47-F68148F3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16" y="206629"/>
            <a:ext cx="10515600" cy="1325563"/>
          </a:xfrm>
        </p:spPr>
        <p:txBody>
          <a:bodyPr/>
          <a:lstStyle/>
          <a:p>
            <a:r>
              <a:rPr lang="en-US" b="1" dirty="0"/>
              <a:t>Calling a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0DED6-2833-4906-86CC-7D5072A0D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683" y="1847849"/>
            <a:ext cx="5254549" cy="411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6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FB7E3E2-1C02-4911-8BFC-4CBF3BB9E906}"/>
              </a:ext>
            </a:extLst>
          </p:cNvPr>
          <p:cNvSpPr txBox="1">
            <a:spLocks/>
          </p:cNvSpPr>
          <p:nvPr/>
        </p:nvSpPr>
        <p:spPr>
          <a:xfrm>
            <a:off x="204216" y="2066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Functions with</a:t>
            </a:r>
            <a:r>
              <a:rPr lang="en-US" b="1" dirty="0"/>
              <a:t> inputs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7D5CC-DA62-4E04-8E0F-533CB2FFF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174357"/>
            <a:ext cx="8648700" cy="45815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0CE40-7BF1-41F5-8EDC-9FB54AEB2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782" y="3298928"/>
            <a:ext cx="5679750" cy="11926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+mj-lt"/>
              </a:rPr>
              <a:t>If our function wants one or more inputs, create variables to store them inside the brackets.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0070C0"/>
                </a:solidFill>
                <a:latin typeface="+mj-lt"/>
              </a:rPr>
              <a:t>These variables are </a:t>
            </a:r>
            <a:r>
              <a:rPr lang="en-US" sz="2300" b="1" dirty="0">
                <a:solidFill>
                  <a:srgbClr val="0070C0"/>
                </a:solidFill>
                <a:latin typeface="+mj-lt"/>
              </a:rPr>
              <a:t>local</a:t>
            </a:r>
            <a:r>
              <a:rPr lang="en-US" sz="2300" dirty="0">
                <a:solidFill>
                  <a:srgbClr val="0070C0"/>
                </a:solidFill>
                <a:latin typeface="+mj-lt"/>
              </a:rPr>
              <a:t> (and temporary) to the function, and are called </a:t>
            </a:r>
            <a:r>
              <a:rPr lang="en-US" sz="2300" b="1" dirty="0">
                <a:solidFill>
                  <a:srgbClr val="0070C0"/>
                </a:solidFill>
                <a:latin typeface="+mj-lt"/>
              </a:rPr>
              <a:t>parameters.</a:t>
            </a:r>
            <a:endParaRPr lang="en-US" sz="23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AC61BD19-2D15-4185-A314-37FCC94C4226}"/>
              </a:ext>
            </a:extLst>
          </p:cNvPr>
          <p:cNvSpPr/>
          <p:nvPr/>
        </p:nvSpPr>
        <p:spPr>
          <a:xfrm>
            <a:off x="3511826" y="3949148"/>
            <a:ext cx="1166191" cy="145774"/>
          </a:xfrm>
          <a:prstGeom prst="borderCallout1">
            <a:avLst>
              <a:gd name="adj1" fmla="val 55113"/>
              <a:gd name="adj2" fmla="val 107576"/>
              <a:gd name="adj3" fmla="val -69318"/>
              <a:gd name="adj4" fmla="val 2321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84822AA4-C54B-43AF-85A2-29E7222F1F04}"/>
              </a:ext>
            </a:extLst>
          </p:cNvPr>
          <p:cNvSpPr/>
          <p:nvPr/>
        </p:nvSpPr>
        <p:spPr>
          <a:xfrm>
            <a:off x="2941983" y="2905822"/>
            <a:ext cx="424070" cy="142178"/>
          </a:xfrm>
          <a:prstGeom prst="borderCallout1">
            <a:avLst>
              <a:gd name="adj1" fmla="val 45792"/>
              <a:gd name="adj2" fmla="val 129451"/>
              <a:gd name="adj3" fmla="val -290383"/>
              <a:gd name="adj4" fmla="val 2307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EE136D-A364-4C60-9712-4EE47E84421A}"/>
              </a:ext>
            </a:extLst>
          </p:cNvPr>
          <p:cNvSpPr txBox="1">
            <a:spLocks/>
          </p:cNvSpPr>
          <p:nvPr/>
        </p:nvSpPr>
        <p:spPr>
          <a:xfrm>
            <a:off x="3750579" y="1471626"/>
            <a:ext cx="4442097" cy="1192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0070C0"/>
                </a:solidFill>
                <a:latin typeface="+mj-lt"/>
              </a:rPr>
              <a:t>When calling the function, we must include as many values as inputs as the function has parameter variables.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70D6865-B51E-4557-AF56-00D248089996}"/>
              </a:ext>
            </a:extLst>
          </p:cNvPr>
          <p:cNvSpPr txBox="1">
            <a:spLocks/>
          </p:cNvSpPr>
          <p:nvPr/>
        </p:nvSpPr>
        <p:spPr>
          <a:xfrm>
            <a:off x="8364709" y="1329249"/>
            <a:ext cx="2889463" cy="1969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Multiple input values are separated by commas.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Each value is copied into the corresponding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parameter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before the function runs.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196F461F-61C1-4403-92DF-7527905C876D}"/>
              </a:ext>
            </a:extLst>
          </p:cNvPr>
          <p:cNvCxnSpPr/>
          <p:nvPr/>
        </p:nvCxnSpPr>
        <p:spPr>
          <a:xfrm rot="16200000" flipH="1">
            <a:off x="3412940" y="3001618"/>
            <a:ext cx="765030" cy="715617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86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8" grpId="0" animBg="1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CB8C-C38A-4E34-9673-876D462D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70" y="1600749"/>
            <a:ext cx="5614602" cy="1020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We’ve used variables, which can hold </a:t>
            </a:r>
            <a:r>
              <a:rPr lang="en-US" b="1" dirty="0"/>
              <a:t>one piece of information.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240666-4804-45CB-B9DF-AFBE1B316870}"/>
              </a:ext>
            </a:extLst>
          </p:cNvPr>
          <p:cNvSpPr txBox="1">
            <a:spLocks/>
          </p:cNvSpPr>
          <p:nvPr/>
        </p:nvSpPr>
        <p:spPr>
          <a:xfrm>
            <a:off x="371670" y="374456"/>
            <a:ext cx="10515600" cy="88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Arrays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451A0D-C6D5-45CC-A267-805D98905056}"/>
              </a:ext>
            </a:extLst>
          </p:cNvPr>
          <p:cNvSpPr txBox="1">
            <a:spLocks/>
          </p:cNvSpPr>
          <p:nvPr/>
        </p:nvSpPr>
        <p:spPr>
          <a:xfrm>
            <a:off x="371670" y="2862663"/>
            <a:ext cx="6114474" cy="139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Arrays are like variables, but are containers that can hold </a:t>
            </a:r>
            <a:r>
              <a:rPr lang="en-US" sz="2400" b="1" dirty="0"/>
              <a:t>multiple pieces of information.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117ECFD-46A8-4E07-AC5E-F6C44A56F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09" y="3206496"/>
            <a:ext cx="10840181" cy="365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03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736602-2248-429C-95E6-FC596C95C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934" y="3273552"/>
            <a:ext cx="6321738" cy="10205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array has a single name, just like a variable does. But each array will have </a:t>
            </a:r>
            <a:r>
              <a:rPr lang="en-US" u="sng" dirty="0"/>
              <a:t>several spots</a:t>
            </a:r>
            <a:r>
              <a:rPr lang="en-US" dirty="0"/>
              <a:t>, like cubbies in a shelf.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BC8C679-956A-4A32-BC24-A87DDC8EF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84679"/>
            <a:ext cx="12192000" cy="410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A41DA1-3AF2-47D6-BFD9-4F19522F2386}"/>
              </a:ext>
            </a:extLst>
          </p:cNvPr>
          <p:cNvSpPr txBox="1">
            <a:spLocks/>
          </p:cNvSpPr>
          <p:nvPr/>
        </p:nvSpPr>
        <p:spPr>
          <a:xfrm>
            <a:off x="578934" y="4864608"/>
            <a:ext cx="4480746" cy="1020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Each spot has an </a:t>
            </a:r>
            <a:r>
              <a:rPr lang="en-US" sz="2400" i="1" dirty="0"/>
              <a:t>index </a:t>
            </a:r>
            <a:r>
              <a:rPr lang="en-US" sz="2400" dirty="0"/>
              <a:t>or </a:t>
            </a:r>
            <a:r>
              <a:rPr lang="en-US" sz="2400" i="1" dirty="0"/>
              <a:t>position </a:t>
            </a:r>
            <a:r>
              <a:rPr lang="en-US" sz="2400" dirty="0"/>
              <a:t>number</a:t>
            </a:r>
            <a:r>
              <a:rPr lang="en-US" sz="2400" i="1" dirty="0"/>
              <a:t>, </a:t>
            </a:r>
            <a:r>
              <a:rPr lang="en-US" sz="2400" dirty="0"/>
              <a:t>starting at 0.</a:t>
            </a:r>
            <a:r>
              <a:rPr lang="en-US" sz="2400" i="1" dirty="0"/>
              <a:t> </a:t>
            </a:r>
            <a:endParaRPr lang="en-US" sz="24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A585A48-E89D-4C00-8104-B6BC13DBF5FE}"/>
              </a:ext>
            </a:extLst>
          </p:cNvPr>
          <p:cNvSpPr txBox="1">
            <a:spLocks/>
          </p:cNvSpPr>
          <p:nvPr/>
        </p:nvSpPr>
        <p:spPr>
          <a:xfrm>
            <a:off x="6096000" y="4864608"/>
            <a:ext cx="6321738" cy="1020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To access something from in an array:</a:t>
            </a:r>
            <a:br>
              <a:rPr lang="en-US" sz="2400" dirty="0"/>
            </a:br>
            <a:r>
              <a:rPr lang="en-US" sz="2400" dirty="0"/>
              <a:t>      </a:t>
            </a:r>
            <a:r>
              <a:rPr lang="en-US" sz="2400" b="1" dirty="0" err="1"/>
              <a:t>nameOfArray</a:t>
            </a:r>
            <a:r>
              <a:rPr lang="en-US" sz="2400" b="1" dirty="0"/>
              <a:t> [</a:t>
            </a:r>
            <a:r>
              <a:rPr lang="en-US" sz="2400" dirty="0"/>
              <a:t>index</a:t>
            </a:r>
            <a:r>
              <a:rPr lang="en-US" sz="2400" b="1" dirty="0"/>
              <a:t>]</a:t>
            </a:r>
            <a:endParaRPr lang="en-US" sz="24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28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build="p"/>
      <p:bldP spid="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1DEC-5BB6-46F7-881D-1366B4BD0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8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Two ways to make an array in Arduino: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C4AE19-A728-4C25-883B-CEB4574DF3B5}"/>
              </a:ext>
            </a:extLst>
          </p:cNvPr>
          <p:cNvSpPr txBox="1">
            <a:spLocks/>
          </p:cNvSpPr>
          <p:nvPr/>
        </p:nvSpPr>
        <p:spPr>
          <a:xfrm>
            <a:off x="371670" y="374456"/>
            <a:ext cx="10515600" cy="88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Arduino </a:t>
            </a:r>
            <a:r>
              <a:rPr lang="en-US" dirty="0"/>
              <a:t>Arrays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D4B7EE-153C-4E98-8D1E-582507EF7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227" y="2882814"/>
            <a:ext cx="5421061" cy="258337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7CD055-6AE6-4BA8-9C2E-FE6D9FDD3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70" y="2664888"/>
            <a:ext cx="5796813" cy="3192573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838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FA6F2ABA91154CB6A1447C0C6344A4" ma:contentTypeVersion="13" ma:contentTypeDescription="Create a new document." ma:contentTypeScope="" ma:versionID="b2e433a53fb4d00d74ccb11071e5b5ae">
  <xsd:schema xmlns:xsd="http://www.w3.org/2001/XMLSchema" xmlns:xs="http://www.w3.org/2001/XMLSchema" xmlns:p="http://schemas.microsoft.com/office/2006/metadata/properties" xmlns:ns3="7c34a598-813f-420e-b236-af83e43e373a" xmlns:ns4="97058c51-c72f-4e17-8c83-a53108498a8d" targetNamespace="http://schemas.microsoft.com/office/2006/metadata/properties" ma:root="true" ma:fieldsID="4ccf70996b506dac89d6cb143000d25a" ns3:_="" ns4:_="">
    <xsd:import namespace="7c34a598-813f-420e-b236-af83e43e373a"/>
    <xsd:import namespace="97058c51-c72f-4e17-8c83-a53108498a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4a598-813f-420e-b236-af83e43e3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58c51-c72f-4e17-8c83-a53108498a8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9BAF01-661F-4A7F-8A05-97ABF9D39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34a598-813f-420e-b236-af83e43e373a"/>
    <ds:schemaRef ds:uri="97058c51-c72f-4e17-8c83-a53108498a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F5B333-3F6A-46B3-BC04-C8E8A8AC2E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8838E-CBEA-4E0D-8975-33463D512FD3}">
  <ds:schemaRefs>
    <ds:schemaRef ds:uri="7c34a598-813f-420e-b236-af83e43e373a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97058c51-c72f-4e17-8c83-a53108498a8d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398</Words>
  <Application>Microsoft Office PowerPoint</Application>
  <PresentationFormat>Widescreen</PresentationFormat>
  <Paragraphs>46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Intermediate Coding</vt:lpstr>
      <vt:lpstr>PowerPoint Presentation</vt:lpstr>
      <vt:lpstr>Writing a function</vt:lpstr>
      <vt:lpstr>PowerPoint Presentation</vt:lpstr>
      <vt:lpstr>Calling a function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Scott, Stefan</dc:creator>
  <cp:lastModifiedBy>Scott, Stefan</cp:lastModifiedBy>
  <cp:revision>2</cp:revision>
  <dcterms:created xsi:type="dcterms:W3CDTF">2020-11-03T15:57:20Z</dcterms:created>
  <dcterms:modified xsi:type="dcterms:W3CDTF">2020-11-06T15:39:11Z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0x010100C4FA6F2ABA91154CB6A1447C0C6344A4</vt:lpwstr>
  </property>
</Properties>
</file>