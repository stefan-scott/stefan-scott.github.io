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7776F6-0A00-4EDB-9280-954B944DB439}" v="1076" dt="2020-11-04T17:21:31.0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15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ott, Stefan" userId="881558bf-77e1-4109-9642-244265a79c16" providerId="ADAL" clId="{4EAC7267-222B-4332-9021-5E00E466DFB9}"/>
    <pc:docChg chg="undo custSel addSld delSld modSld sldOrd">
      <pc:chgData name="Scott, Stefan" userId="881558bf-77e1-4109-9642-244265a79c16" providerId="ADAL" clId="{4EAC7267-222B-4332-9021-5E00E466DFB9}" dt="2020-11-04T17:21:33.747" v="1615" actId="1076"/>
      <pc:docMkLst>
        <pc:docMk/>
      </pc:docMkLst>
      <pc:sldChg chg="del">
        <pc:chgData name="Scott, Stefan" userId="881558bf-77e1-4109-9642-244265a79c16" providerId="ADAL" clId="{4EAC7267-222B-4332-9021-5E00E466DFB9}" dt="2020-11-04T16:59:54.707" v="82" actId="2696"/>
        <pc:sldMkLst>
          <pc:docMk/>
          <pc:sldMk cId="3844296832" sldId="256"/>
        </pc:sldMkLst>
      </pc:sldChg>
      <pc:sldChg chg="del">
        <pc:chgData name="Scott, Stefan" userId="881558bf-77e1-4109-9642-244265a79c16" providerId="ADAL" clId="{4EAC7267-222B-4332-9021-5E00E466DFB9}" dt="2020-11-04T16:59:52.875" v="80" actId="2696"/>
        <pc:sldMkLst>
          <pc:docMk/>
          <pc:sldMk cId="27576882" sldId="257"/>
        </pc:sldMkLst>
      </pc:sldChg>
      <pc:sldChg chg="del">
        <pc:chgData name="Scott, Stefan" userId="881558bf-77e1-4109-9642-244265a79c16" providerId="ADAL" clId="{4EAC7267-222B-4332-9021-5E00E466DFB9}" dt="2020-11-04T16:59:53.685" v="81" actId="2696"/>
        <pc:sldMkLst>
          <pc:docMk/>
          <pc:sldMk cId="751923849" sldId="258"/>
        </pc:sldMkLst>
      </pc:sldChg>
      <pc:sldChg chg="modSp">
        <pc:chgData name="Scott, Stefan" userId="881558bf-77e1-4109-9642-244265a79c16" providerId="ADAL" clId="{4EAC7267-222B-4332-9021-5E00E466DFB9}" dt="2020-11-04T16:59:45.178" v="79" actId="20577"/>
        <pc:sldMkLst>
          <pc:docMk/>
          <pc:sldMk cId="2946179972" sldId="259"/>
        </pc:sldMkLst>
        <pc:spChg chg="mod">
          <ac:chgData name="Scott, Stefan" userId="881558bf-77e1-4109-9642-244265a79c16" providerId="ADAL" clId="{4EAC7267-222B-4332-9021-5E00E466DFB9}" dt="2020-11-04T16:58:45.948" v="9" actId="20577"/>
          <ac:spMkLst>
            <pc:docMk/>
            <pc:sldMk cId="2946179972" sldId="259"/>
            <ac:spMk id="2" creationId="{06043635-3432-4064-8143-4F9979D960DA}"/>
          </ac:spMkLst>
        </pc:spChg>
        <pc:spChg chg="mod">
          <ac:chgData name="Scott, Stefan" userId="881558bf-77e1-4109-9642-244265a79c16" providerId="ADAL" clId="{4EAC7267-222B-4332-9021-5E00E466DFB9}" dt="2020-11-04T16:59:45.178" v="79" actId="20577"/>
          <ac:spMkLst>
            <pc:docMk/>
            <pc:sldMk cId="2946179972" sldId="259"/>
            <ac:spMk id="3" creationId="{0AFEB9A6-23FA-47F7-93BC-2883DE0D7D8D}"/>
          </ac:spMkLst>
        </pc:spChg>
      </pc:sldChg>
      <pc:sldChg chg="addSp delSp modSp add modAnim">
        <pc:chgData name="Scott, Stefan" userId="881558bf-77e1-4109-9642-244265a79c16" providerId="ADAL" clId="{4EAC7267-222B-4332-9021-5E00E466DFB9}" dt="2020-11-04T17:06:59.316" v="331"/>
        <pc:sldMkLst>
          <pc:docMk/>
          <pc:sldMk cId="3250553228" sldId="260"/>
        </pc:sldMkLst>
        <pc:spChg chg="del">
          <ac:chgData name="Scott, Stefan" userId="881558bf-77e1-4109-9642-244265a79c16" providerId="ADAL" clId="{4EAC7267-222B-4332-9021-5E00E466DFB9}" dt="2020-11-04T16:59:59.809" v="85" actId="478"/>
          <ac:spMkLst>
            <pc:docMk/>
            <pc:sldMk cId="3250553228" sldId="260"/>
            <ac:spMk id="2" creationId="{707F3EFB-7F75-45DC-90A1-72DC4C62192A}"/>
          </ac:spMkLst>
        </pc:spChg>
        <pc:spChg chg="del">
          <ac:chgData name="Scott, Stefan" userId="881558bf-77e1-4109-9642-244265a79c16" providerId="ADAL" clId="{4EAC7267-222B-4332-9021-5E00E466DFB9}" dt="2020-11-04T16:59:58.052" v="84" actId="478"/>
          <ac:spMkLst>
            <pc:docMk/>
            <pc:sldMk cId="3250553228" sldId="260"/>
            <ac:spMk id="3" creationId="{B990F06B-9067-45E2-A1DB-A70B3C6B9D82}"/>
          </ac:spMkLst>
        </pc:spChg>
        <pc:spChg chg="add mod">
          <ac:chgData name="Scott, Stefan" userId="881558bf-77e1-4109-9642-244265a79c16" providerId="ADAL" clId="{4EAC7267-222B-4332-9021-5E00E466DFB9}" dt="2020-11-04T17:03:37.634" v="114" actId="2085"/>
          <ac:spMkLst>
            <pc:docMk/>
            <pc:sldMk cId="3250553228" sldId="260"/>
            <ac:spMk id="7" creationId="{058694A0-A5FD-4FEB-AB32-EEC96B661689}"/>
          </ac:spMkLst>
        </pc:spChg>
        <pc:spChg chg="add mod">
          <ac:chgData name="Scott, Stefan" userId="881558bf-77e1-4109-9642-244265a79c16" providerId="ADAL" clId="{4EAC7267-222B-4332-9021-5E00E466DFB9}" dt="2020-11-04T17:04:26.205" v="206" actId="1038"/>
          <ac:spMkLst>
            <pc:docMk/>
            <pc:sldMk cId="3250553228" sldId="260"/>
            <ac:spMk id="8" creationId="{A8BD5E05-C84F-4156-A681-7DDA7042E01B}"/>
          </ac:spMkLst>
        </pc:spChg>
        <pc:spChg chg="add mod">
          <ac:chgData name="Scott, Stefan" userId="881558bf-77e1-4109-9642-244265a79c16" providerId="ADAL" clId="{4EAC7267-222B-4332-9021-5E00E466DFB9}" dt="2020-11-04T17:05:49.111" v="297" actId="1076"/>
          <ac:spMkLst>
            <pc:docMk/>
            <pc:sldMk cId="3250553228" sldId="260"/>
            <ac:spMk id="9" creationId="{715DE035-F871-4356-B622-3C6C2C083917}"/>
          </ac:spMkLst>
        </pc:spChg>
        <pc:spChg chg="add mod">
          <ac:chgData name="Scott, Stefan" userId="881558bf-77e1-4109-9642-244265a79c16" providerId="ADAL" clId="{4EAC7267-222B-4332-9021-5E00E466DFB9}" dt="2020-11-04T17:06:23.364" v="311" actId="1036"/>
          <ac:spMkLst>
            <pc:docMk/>
            <pc:sldMk cId="3250553228" sldId="260"/>
            <ac:spMk id="10" creationId="{962559DB-AB46-40F7-BB65-7CA51DC03589}"/>
          </ac:spMkLst>
        </pc:spChg>
        <pc:spChg chg="add mod">
          <ac:chgData name="Scott, Stefan" userId="881558bf-77e1-4109-9642-244265a79c16" providerId="ADAL" clId="{4EAC7267-222B-4332-9021-5E00E466DFB9}" dt="2020-11-04T17:06:43.479" v="326" actId="14100"/>
          <ac:spMkLst>
            <pc:docMk/>
            <pc:sldMk cId="3250553228" sldId="260"/>
            <ac:spMk id="11" creationId="{397CB9BE-D712-4472-9C78-389E72ADCEC5}"/>
          </ac:spMkLst>
        </pc:spChg>
        <pc:spChg chg="add mod">
          <ac:chgData name="Scott, Stefan" userId="881558bf-77e1-4109-9642-244265a79c16" providerId="ADAL" clId="{4EAC7267-222B-4332-9021-5E00E466DFB9}" dt="2020-11-04T17:06:46.675" v="328" actId="1036"/>
          <ac:spMkLst>
            <pc:docMk/>
            <pc:sldMk cId="3250553228" sldId="260"/>
            <ac:spMk id="12" creationId="{A03CB314-8344-46D2-9DC9-3778516006EB}"/>
          </ac:spMkLst>
        </pc:spChg>
        <pc:graphicFrameChg chg="add mod">
          <ac:chgData name="Scott, Stefan" userId="881558bf-77e1-4109-9642-244265a79c16" providerId="ADAL" clId="{4EAC7267-222B-4332-9021-5E00E466DFB9}" dt="2020-11-04T17:00:39.911" v="92" actId="1076"/>
          <ac:graphicFrameMkLst>
            <pc:docMk/>
            <pc:sldMk cId="3250553228" sldId="260"/>
            <ac:graphicFrameMk id="5" creationId="{0B98C871-E70A-49BC-8598-5658A475ACBF}"/>
          </ac:graphicFrameMkLst>
        </pc:graphicFrameChg>
        <pc:picChg chg="add del mod">
          <ac:chgData name="Scott, Stefan" userId="881558bf-77e1-4109-9642-244265a79c16" providerId="ADAL" clId="{4EAC7267-222B-4332-9021-5E00E466DFB9}" dt="2020-11-04T17:00:32.434" v="88" actId="478"/>
          <ac:picMkLst>
            <pc:docMk/>
            <pc:sldMk cId="3250553228" sldId="260"/>
            <ac:picMk id="4" creationId="{8246D39C-0586-4593-8B5B-A2458F554120}"/>
          </ac:picMkLst>
        </pc:picChg>
        <pc:picChg chg="add mod">
          <ac:chgData name="Scott, Stefan" userId="881558bf-77e1-4109-9642-244265a79c16" providerId="ADAL" clId="{4EAC7267-222B-4332-9021-5E00E466DFB9}" dt="2020-11-04T17:02:39.402" v="95" actId="1076"/>
          <ac:picMkLst>
            <pc:docMk/>
            <pc:sldMk cId="3250553228" sldId="260"/>
            <ac:picMk id="6" creationId="{0630DEE1-F12B-4F91-9FDE-A914230CE1B4}"/>
          </ac:picMkLst>
        </pc:picChg>
      </pc:sldChg>
      <pc:sldChg chg="addSp delSp modSp add delAnim modAnim">
        <pc:chgData name="Scott, Stefan" userId="881558bf-77e1-4109-9642-244265a79c16" providerId="ADAL" clId="{4EAC7267-222B-4332-9021-5E00E466DFB9}" dt="2020-11-04T17:10:47.952" v="542"/>
        <pc:sldMkLst>
          <pc:docMk/>
          <pc:sldMk cId="921745666" sldId="261"/>
        </pc:sldMkLst>
        <pc:spChg chg="add mod">
          <ac:chgData name="Scott, Stefan" userId="881558bf-77e1-4109-9642-244265a79c16" providerId="ADAL" clId="{4EAC7267-222B-4332-9021-5E00E466DFB9}" dt="2020-11-04T17:08:43.121" v="365" actId="14100"/>
          <ac:spMkLst>
            <pc:docMk/>
            <pc:sldMk cId="921745666" sldId="261"/>
            <ac:spMk id="2" creationId="{96173133-8BAC-446D-A8B6-13927FABFB0D}"/>
          </ac:spMkLst>
        </pc:spChg>
        <pc:spChg chg="add mod">
          <ac:chgData name="Scott, Stefan" userId="881558bf-77e1-4109-9642-244265a79c16" providerId="ADAL" clId="{4EAC7267-222B-4332-9021-5E00E466DFB9}" dt="2020-11-04T17:10:35.490" v="540" actId="1076"/>
          <ac:spMkLst>
            <pc:docMk/>
            <pc:sldMk cId="921745666" sldId="261"/>
            <ac:spMk id="3" creationId="{B70455D7-CD51-4207-AD94-52F6F0C0A327}"/>
          </ac:spMkLst>
        </pc:spChg>
        <pc:spChg chg="del">
          <ac:chgData name="Scott, Stefan" userId="881558bf-77e1-4109-9642-244265a79c16" providerId="ADAL" clId="{4EAC7267-222B-4332-9021-5E00E466DFB9}" dt="2020-11-04T17:07:41.421" v="339" actId="478"/>
          <ac:spMkLst>
            <pc:docMk/>
            <pc:sldMk cId="921745666" sldId="261"/>
            <ac:spMk id="7" creationId="{058694A0-A5FD-4FEB-AB32-EEC96B661689}"/>
          </ac:spMkLst>
        </pc:spChg>
        <pc:spChg chg="del">
          <ac:chgData name="Scott, Stefan" userId="881558bf-77e1-4109-9642-244265a79c16" providerId="ADAL" clId="{4EAC7267-222B-4332-9021-5E00E466DFB9}" dt="2020-11-04T17:07:40.178" v="338" actId="478"/>
          <ac:spMkLst>
            <pc:docMk/>
            <pc:sldMk cId="921745666" sldId="261"/>
            <ac:spMk id="8" creationId="{A8BD5E05-C84F-4156-A681-7DDA7042E01B}"/>
          </ac:spMkLst>
        </pc:spChg>
        <pc:spChg chg="del">
          <ac:chgData name="Scott, Stefan" userId="881558bf-77e1-4109-9642-244265a79c16" providerId="ADAL" clId="{4EAC7267-222B-4332-9021-5E00E466DFB9}" dt="2020-11-04T17:07:38.327" v="337" actId="478"/>
          <ac:spMkLst>
            <pc:docMk/>
            <pc:sldMk cId="921745666" sldId="261"/>
            <ac:spMk id="9" creationId="{715DE035-F871-4356-B622-3C6C2C083917}"/>
          </ac:spMkLst>
        </pc:spChg>
        <pc:spChg chg="del">
          <ac:chgData name="Scott, Stefan" userId="881558bf-77e1-4109-9642-244265a79c16" providerId="ADAL" clId="{4EAC7267-222B-4332-9021-5E00E466DFB9}" dt="2020-11-04T17:07:36.882" v="336" actId="478"/>
          <ac:spMkLst>
            <pc:docMk/>
            <pc:sldMk cId="921745666" sldId="261"/>
            <ac:spMk id="10" creationId="{962559DB-AB46-40F7-BB65-7CA51DC03589}"/>
          </ac:spMkLst>
        </pc:spChg>
        <pc:spChg chg="del">
          <ac:chgData name="Scott, Stefan" userId="881558bf-77e1-4109-9642-244265a79c16" providerId="ADAL" clId="{4EAC7267-222B-4332-9021-5E00E466DFB9}" dt="2020-11-04T17:07:34.825" v="335" actId="478"/>
          <ac:spMkLst>
            <pc:docMk/>
            <pc:sldMk cId="921745666" sldId="261"/>
            <ac:spMk id="11" creationId="{397CB9BE-D712-4472-9C78-389E72ADCEC5}"/>
          </ac:spMkLst>
        </pc:spChg>
        <pc:spChg chg="del mod">
          <ac:chgData name="Scott, Stefan" userId="881558bf-77e1-4109-9642-244265a79c16" providerId="ADAL" clId="{4EAC7267-222B-4332-9021-5E00E466DFB9}" dt="2020-11-04T17:07:34.143" v="334" actId="478"/>
          <ac:spMkLst>
            <pc:docMk/>
            <pc:sldMk cId="921745666" sldId="261"/>
            <ac:spMk id="12" creationId="{A03CB314-8344-46D2-9DC9-3778516006EB}"/>
          </ac:spMkLst>
        </pc:spChg>
        <pc:spChg chg="add mod">
          <ac:chgData name="Scott, Stefan" userId="881558bf-77e1-4109-9642-244265a79c16" providerId="ADAL" clId="{4EAC7267-222B-4332-9021-5E00E466DFB9}" dt="2020-11-04T17:08:37.117" v="364" actId="14100"/>
          <ac:spMkLst>
            <pc:docMk/>
            <pc:sldMk cId="921745666" sldId="261"/>
            <ac:spMk id="13" creationId="{DF513B49-110C-467D-B963-BE4DE424FA6B}"/>
          </ac:spMkLst>
        </pc:spChg>
        <pc:spChg chg="add mod">
          <ac:chgData name="Scott, Stefan" userId="881558bf-77e1-4109-9642-244265a79c16" providerId="ADAL" clId="{4EAC7267-222B-4332-9021-5E00E466DFB9}" dt="2020-11-04T17:10:28.019" v="538" actId="1076"/>
          <ac:spMkLst>
            <pc:docMk/>
            <pc:sldMk cId="921745666" sldId="261"/>
            <ac:spMk id="14" creationId="{967378BA-6B8B-4D16-826A-5A18B6C4F5EB}"/>
          </ac:spMkLst>
        </pc:spChg>
        <pc:picChg chg="mod">
          <ac:chgData name="Scott, Stefan" userId="881558bf-77e1-4109-9642-244265a79c16" providerId="ADAL" clId="{4EAC7267-222B-4332-9021-5E00E466DFB9}" dt="2020-11-04T17:10:23.264" v="536" actId="1076"/>
          <ac:picMkLst>
            <pc:docMk/>
            <pc:sldMk cId="921745666" sldId="261"/>
            <ac:picMk id="6" creationId="{0630DEE1-F12B-4F91-9FDE-A914230CE1B4}"/>
          </ac:picMkLst>
        </pc:picChg>
      </pc:sldChg>
      <pc:sldChg chg="add del">
        <pc:chgData name="Scott, Stefan" userId="881558bf-77e1-4109-9642-244265a79c16" providerId="ADAL" clId="{4EAC7267-222B-4332-9021-5E00E466DFB9}" dt="2020-11-04T17:07:54.282" v="341"/>
        <pc:sldMkLst>
          <pc:docMk/>
          <pc:sldMk cId="1871333898" sldId="262"/>
        </pc:sldMkLst>
      </pc:sldChg>
      <pc:sldChg chg="add del">
        <pc:chgData name="Scott, Stefan" userId="881558bf-77e1-4109-9642-244265a79c16" providerId="ADAL" clId="{4EAC7267-222B-4332-9021-5E00E466DFB9}" dt="2020-11-04T17:17:46.241" v="1121" actId="2696"/>
        <pc:sldMkLst>
          <pc:docMk/>
          <pc:sldMk cId="2623969995" sldId="262"/>
        </pc:sldMkLst>
      </pc:sldChg>
      <pc:sldChg chg="modSp add">
        <pc:chgData name="Scott, Stefan" userId="881558bf-77e1-4109-9642-244265a79c16" providerId="ADAL" clId="{4EAC7267-222B-4332-9021-5E00E466DFB9}" dt="2020-11-04T17:13:34.752" v="816" actId="207"/>
        <pc:sldMkLst>
          <pc:docMk/>
          <pc:sldMk cId="3135282231" sldId="263"/>
        </pc:sldMkLst>
        <pc:spChg chg="mod">
          <ac:chgData name="Scott, Stefan" userId="881558bf-77e1-4109-9642-244265a79c16" providerId="ADAL" clId="{4EAC7267-222B-4332-9021-5E00E466DFB9}" dt="2020-11-04T17:13:34.752" v="816" actId="207"/>
          <ac:spMkLst>
            <pc:docMk/>
            <pc:sldMk cId="3135282231" sldId="263"/>
            <ac:spMk id="2" creationId="{96173133-8BAC-446D-A8B6-13927FABFB0D}"/>
          </ac:spMkLst>
        </pc:spChg>
        <pc:spChg chg="mod">
          <ac:chgData name="Scott, Stefan" userId="881558bf-77e1-4109-9642-244265a79c16" providerId="ADAL" clId="{4EAC7267-222B-4332-9021-5E00E466DFB9}" dt="2020-11-04T17:12:52.772" v="725" actId="404"/>
          <ac:spMkLst>
            <pc:docMk/>
            <pc:sldMk cId="3135282231" sldId="263"/>
            <ac:spMk id="3" creationId="{B70455D7-CD51-4207-AD94-52F6F0C0A327}"/>
          </ac:spMkLst>
        </pc:spChg>
        <pc:spChg chg="mod">
          <ac:chgData name="Scott, Stefan" userId="881558bf-77e1-4109-9642-244265a79c16" providerId="ADAL" clId="{4EAC7267-222B-4332-9021-5E00E466DFB9}" dt="2020-11-04T17:13:28.111" v="798" actId="207"/>
          <ac:spMkLst>
            <pc:docMk/>
            <pc:sldMk cId="3135282231" sldId="263"/>
            <ac:spMk id="13" creationId="{DF513B49-110C-467D-B963-BE4DE424FA6B}"/>
          </ac:spMkLst>
        </pc:spChg>
        <pc:spChg chg="mod">
          <ac:chgData name="Scott, Stefan" userId="881558bf-77e1-4109-9642-244265a79c16" providerId="ADAL" clId="{4EAC7267-222B-4332-9021-5E00E466DFB9}" dt="2020-11-04T17:13:21.208" v="787" actId="1076"/>
          <ac:spMkLst>
            <pc:docMk/>
            <pc:sldMk cId="3135282231" sldId="263"/>
            <ac:spMk id="14" creationId="{967378BA-6B8B-4D16-826A-5A18B6C4F5EB}"/>
          </ac:spMkLst>
        </pc:spChg>
      </pc:sldChg>
      <pc:sldChg chg="delSp modSp add delAnim">
        <pc:chgData name="Scott, Stefan" userId="881558bf-77e1-4109-9642-244265a79c16" providerId="ADAL" clId="{4EAC7267-222B-4332-9021-5E00E466DFB9}" dt="2020-11-04T17:15:47.521" v="929" actId="1076"/>
        <pc:sldMkLst>
          <pc:docMk/>
          <pc:sldMk cId="2335036137" sldId="264"/>
        </pc:sldMkLst>
        <pc:spChg chg="mod">
          <ac:chgData name="Scott, Stefan" userId="881558bf-77e1-4109-9642-244265a79c16" providerId="ADAL" clId="{4EAC7267-222B-4332-9021-5E00E466DFB9}" dt="2020-11-04T17:15:18.065" v="855" actId="14100"/>
          <ac:spMkLst>
            <pc:docMk/>
            <pc:sldMk cId="2335036137" sldId="264"/>
            <ac:spMk id="2" creationId="{96173133-8BAC-446D-A8B6-13927FABFB0D}"/>
          </ac:spMkLst>
        </pc:spChg>
        <pc:spChg chg="mod">
          <ac:chgData name="Scott, Stefan" userId="881558bf-77e1-4109-9642-244265a79c16" providerId="ADAL" clId="{4EAC7267-222B-4332-9021-5E00E466DFB9}" dt="2020-11-04T17:15:47.521" v="929" actId="1076"/>
          <ac:spMkLst>
            <pc:docMk/>
            <pc:sldMk cId="2335036137" sldId="264"/>
            <ac:spMk id="3" creationId="{B70455D7-CD51-4207-AD94-52F6F0C0A327}"/>
          </ac:spMkLst>
        </pc:spChg>
        <pc:spChg chg="del mod">
          <ac:chgData name="Scott, Stefan" userId="881558bf-77e1-4109-9642-244265a79c16" providerId="ADAL" clId="{4EAC7267-222B-4332-9021-5E00E466DFB9}" dt="2020-11-04T17:15:01.253" v="828" actId="478"/>
          <ac:spMkLst>
            <pc:docMk/>
            <pc:sldMk cId="2335036137" sldId="264"/>
            <ac:spMk id="13" creationId="{DF513B49-110C-467D-B963-BE4DE424FA6B}"/>
          </ac:spMkLst>
        </pc:spChg>
        <pc:spChg chg="del">
          <ac:chgData name="Scott, Stefan" userId="881558bf-77e1-4109-9642-244265a79c16" providerId="ADAL" clId="{4EAC7267-222B-4332-9021-5E00E466DFB9}" dt="2020-11-04T17:15:03.420" v="829" actId="478"/>
          <ac:spMkLst>
            <pc:docMk/>
            <pc:sldMk cId="2335036137" sldId="264"/>
            <ac:spMk id="14" creationId="{967378BA-6B8B-4D16-826A-5A18B6C4F5EB}"/>
          </ac:spMkLst>
        </pc:spChg>
        <pc:picChg chg="mod">
          <ac:chgData name="Scott, Stefan" userId="881558bf-77e1-4109-9642-244265a79c16" providerId="ADAL" clId="{4EAC7267-222B-4332-9021-5E00E466DFB9}" dt="2020-11-04T17:15:20.804" v="857" actId="1076"/>
          <ac:picMkLst>
            <pc:docMk/>
            <pc:sldMk cId="2335036137" sldId="264"/>
            <ac:picMk id="6" creationId="{0630DEE1-F12B-4F91-9FDE-A914230CE1B4}"/>
          </ac:picMkLst>
        </pc:picChg>
      </pc:sldChg>
      <pc:sldChg chg="addSp modSp add modAnim">
        <pc:chgData name="Scott, Stefan" userId="881558bf-77e1-4109-9642-244265a79c16" providerId="ADAL" clId="{4EAC7267-222B-4332-9021-5E00E466DFB9}" dt="2020-11-04T17:17:38.541" v="1120" actId="1076"/>
        <pc:sldMkLst>
          <pc:docMk/>
          <pc:sldMk cId="1248395945" sldId="265"/>
        </pc:sldMkLst>
        <pc:spChg chg="mod">
          <ac:chgData name="Scott, Stefan" userId="881558bf-77e1-4109-9642-244265a79c16" providerId="ADAL" clId="{4EAC7267-222B-4332-9021-5E00E466DFB9}" dt="2020-11-04T17:16:31.383" v="940" actId="692"/>
          <ac:spMkLst>
            <pc:docMk/>
            <pc:sldMk cId="1248395945" sldId="265"/>
            <ac:spMk id="2" creationId="{96173133-8BAC-446D-A8B6-13927FABFB0D}"/>
          </ac:spMkLst>
        </pc:spChg>
        <pc:spChg chg="mod">
          <ac:chgData name="Scott, Stefan" userId="881558bf-77e1-4109-9642-244265a79c16" providerId="ADAL" clId="{4EAC7267-222B-4332-9021-5E00E466DFB9}" dt="2020-11-04T17:17:38.541" v="1120" actId="1076"/>
          <ac:spMkLst>
            <pc:docMk/>
            <pc:sldMk cId="1248395945" sldId="265"/>
            <ac:spMk id="3" creationId="{B70455D7-CD51-4207-AD94-52F6F0C0A327}"/>
          </ac:spMkLst>
        </pc:spChg>
        <pc:spChg chg="add mod">
          <ac:chgData name="Scott, Stefan" userId="881558bf-77e1-4109-9642-244265a79c16" providerId="ADAL" clId="{4EAC7267-222B-4332-9021-5E00E466DFB9}" dt="2020-11-04T17:16:36.449" v="941" actId="692"/>
          <ac:spMkLst>
            <pc:docMk/>
            <pc:sldMk cId="1248395945" sldId="265"/>
            <ac:spMk id="7" creationId="{96C51503-0078-416C-B9C1-C71462A9C31C}"/>
          </ac:spMkLst>
        </pc:spChg>
      </pc:sldChg>
      <pc:sldChg chg="add del">
        <pc:chgData name="Scott, Stefan" userId="881558bf-77e1-4109-9642-244265a79c16" providerId="ADAL" clId="{4EAC7267-222B-4332-9021-5E00E466DFB9}" dt="2020-11-04T17:17:54.962" v="1123"/>
        <pc:sldMkLst>
          <pc:docMk/>
          <pc:sldMk cId="1567818413" sldId="266"/>
        </pc:sldMkLst>
      </pc:sldChg>
      <pc:sldChg chg="modSp add">
        <pc:chgData name="Scott, Stefan" userId="881558bf-77e1-4109-9642-244265a79c16" providerId="ADAL" clId="{4EAC7267-222B-4332-9021-5E00E466DFB9}" dt="2020-11-04T17:20:06.735" v="1437" actId="20577"/>
        <pc:sldMkLst>
          <pc:docMk/>
          <pc:sldMk cId="4217428514" sldId="266"/>
        </pc:sldMkLst>
        <pc:spChg chg="mod">
          <ac:chgData name="Scott, Stefan" userId="881558bf-77e1-4109-9642-244265a79c16" providerId="ADAL" clId="{4EAC7267-222B-4332-9021-5E00E466DFB9}" dt="2020-11-04T17:19:20.615" v="1351" actId="207"/>
          <ac:spMkLst>
            <pc:docMk/>
            <pc:sldMk cId="4217428514" sldId="266"/>
            <ac:spMk id="2" creationId="{96173133-8BAC-446D-A8B6-13927FABFB0D}"/>
          </ac:spMkLst>
        </pc:spChg>
        <pc:spChg chg="mod">
          <ac:chgData name="Scott, Stefan" userId="881558bf-77e1-4109-9642-244265a79c16" providerId="ADAL" clId="{4EAC7267-222B-4332-9021-5E00E466DFB9}" dt="2020-11-04T17:18:57.929" v="1345" actId="20577"/>
          <ac:spMkLst>
            <pc:docMk/>
            <pc:sldMk cId="4217428514" sldId="266"/>
            <ac:spMk id="3" creationId="{B70455D7-CD51-4207-AD94-52F6F0C0A327}"/>
          </ac:spMkLst>
        </pc:spChg>
        <pc:spChg chg="mod">
          <ac:chgData name="Scott, Stefan" userId="881558bf-77e1-4109-9642-244265a79c16" providerId="ADAL" clId="{4EAC7267-222B-4332-9021-5E00E466DFB9}" dt="2020-11-04T17:19:26.939" v="1353" actId="692"/>
          <ac:spMkLst>
            <pc:docMk/>
            <pc:sldMk cId="4217428514" sldId="266"/>
            <ac:spMk id="13" creationId="{DF513B49-110C-467D-B963-BE4DE424FA6B}"/>
          </ac:spMkLst>
        </pc:spChg>
        <pc:spChg chg="mod">
          <ac:chgData name="Scott, Stefan" userId="881558bf-77e1-4109-9642-244265a79c16" providerId="ADAL" clId="{4EAC7267-222B-4332-9021-5E00E466DFB9}" dt="2020-11-04T17:20:06.735" v="1437" actId="20577"/>
          <ac:spMkLst>
            <pc:docMk/>
            <pc:sldMk cId="4217428514" sldId="266"/>
            <ac:spMk id="14" creationId="{967378BA-6B8B-4D16-826A-5A18B6C4F5EB}"/>
          </ac:spMkLst>
        </pc:spChg>
      </pc:sldChg>
      <pc:sldChg chg="modSp add ord modAnim">
        <pc:chgData name="Scott, Stefan" userId="881558bf-77e1-4109-9642-244265a79c16" providerId="ADAL" clId="{4EAC7267-222B-4332-9021-5E00E466DFB9}" dt="2020-11-04T17:21:33.747" v="1615" actId="1076"/>
        <pc:sldMkLst>
          <pc:docMk/>
          <pc:sldMk cId="21953306" sldId="267"/>
        </pc:sldMkLst>
        <pc:spChg chg="mod">
          <ac:chgData name="Scott, Stefan" userId="881558bf-77e1-4109-9642-244265a79c16" providerId="ADAL" clId="{4EAC7267-222B-4332-9021-5E00E466DFB9}" dt="2020-11-04T17:20:29.051" v="1442" actId="14100"/>
          <ac:spMkLst>
            <pc:docMk/>
            <pc:sldMk cId="21953306" sldId="267"/>
            <ac:spMk id="2" creationId="{96173133-8BAC-446D-A8B6-13927FABFB0D}"/>
          </ac:spMkLst>
        </pc:spChg>
        <pc:spChg chg="mod">
          <ac:chgData name="Scott, Stefan" userId="881558bf-77e1-4109-9642-244265a79c16" providerId="ADAL" clId="{4EAC7267-222B-4332-9021-5E00E466DFB9}" dt="2020-11-04T17:21:33.747" v="1615" actId="1076"/>
          <ac:spMkLst>
            <pc:docMk/>
            <pc:sldMk cId="21953306" sldId="267"/>
            <ac:spMk id="3" creationId="{B70455D7-CD51-4207-AD94-52F6F0C0A32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93812-C1AB-4D79-B782-31F882A96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5FAF63-486D-4113-912E-5EA97E6CCD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74C32-2349-4831-A7FB-65C04CAB7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2745A-72CB-4D3E-89F2-BA1D928D8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742C9-78D1-42D0-9CB7-90288DB34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01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410F3-9367-4C78-9419-5DB6DBC5C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68962-57AE-490D-A889-E9812E4D2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3FF02-2B38-4DEB-9CAC-DD592665E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4EA20-EC5F-4949-8F34-DAEB96010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5B89B-CCEB-4DE8-93FD-F5EBDFAE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58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08CF6-B723-4FA4-A022-825A15D26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46F96-353B-4DC6-AA75-A17405FE8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4A644-BBC7-498A-AD82-E7A6A111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F1BED-EA9B-46C8-A666-A0FBDAD41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7B7CF-4175-4FBB-9C8C-8801138E8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217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6FF46-692F-47C2-9440-6EF0EEA6E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606CF-06DB-4744-8386-8C717B33D2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376287-CD30-4193-A338-295D3B63C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574F8D-5ED0-4D6B-AF8D-9517A7A62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1/11/2021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51F2F7-4631-4CF2-8BF5-0ACEF4C9C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9CADB-F03B-4B0D-B296-A554365FE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61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14B99-A2EB-419D-9728-56845F9D7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F1448-4024-44B2-B71A-0028240B8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3BB2A0-8AEC-4F89-949B-E9F2A821B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B7688A-4F9E-4BFF-8F70-122F1CD4BF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C19807-C43F-4FAA-A790-D81FB4E057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3346DB-B43A-492C-84FB-AE66040FB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1/11/2021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EBB666-9A01-4FF7-B294-E1A723F6C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4C229B-2253-40AA-A6B5-DB1C60AD9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642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5378C-0A00-4FAB-B310-60AEC509F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20A1A7-D62A-472F-BA1F-3691D971C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1/11/2021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22BFD5-D066-46E3-9616-3D149BEEA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441697-E6E8-40A8-96C6-BC943AC4B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78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9396F6-9153-4F59-AF36-1478AF084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1/11/2021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A68568-AE19-418C-9B24-7B146D274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D576A-6CA7-4D24-A89E-B5F72E481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890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9C89C-1C0D-4F5F-8863-98BFBB975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8C686-F46A-4C7B-9A05-4574DDD2D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8F41A-A53E-41E1-8E3F-0E416C9B5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9C96B7-7A95-43C4-A4D5-691F27C5E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1/11/2021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7C7572-F1BE-45D8-A49C-C8B2BE241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24859-AEA2-406F-BA76-5C3605F86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98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49998-9933-4C84-B728-27CFE7AC4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1DFB6-7602-4A75-B254-9EDE7E2610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09F439-CDF4-4F81-926C-8BC2F3C66B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E62E6-D74A-474B-9C64-3C0E4ADA5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1/11/2021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9E92F-EBDE-44CB-AAEC-60C6E1F2D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C310B-8447-4881-B77E-DC425B880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390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D7AF5-38B7-4D22-9286-EA0E7756C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0A779C-DFA0-4EA0-81FC-F665094E3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98BC0-39D9-4D21-AB9E-DB6DD7DB1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522D6-2466-4681-83B1-3EB381CD5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021C4-4057-4562-8355-074C93AAB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532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805FC7-B1D9-42C2-BE99-AB30A3A2F1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DC376A-829F-4D71-ACC1-013B152AD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7F679-C85E-4088-9B27-5095F308F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1A933-F3D1-4421-A982-DDCBBA151C1B}" type="datetimeFigureOut">
              <a:rPr lang="en-US" smtClean="0"/>
              <a:t>1/11/2021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CFDC6-2141-49EF-9FE8-3544A17A5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E8034-4373-4FE2-AD87-06FC8805D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767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24F137-EC8C-4AF1-B4B4-FD56B2D8B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7E4B5-AE9C-4810-8BBB-80E75E87E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F1397-1ABC-4F34-8DEA-2AFE631BEC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1A933-F3D1-4421-A982-DDCBBA151C1B}" type="datetimeFigureOut">
              <a:rPr lang="en-US" smtClean="0"/>
              <a:t>1/11/2021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78B85-E205-417D-A571-CCA1BE3CC4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FDB35-2944-47EB-9F44-E9F7D37ED9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281D17-B24A-43BE-941B-85A21D9F7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03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43635-3432-4064-8143-4F9979D96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2478743"/>
          </a:xfrm>
        </p:spPr>
        <p:txBody>
          <a:bodyPr>
            <a:normAutofit/>
          </a:bodyPr>
          <a:lstStyle/>
          <a:p>
            <a:r>
              <a:rPr lang="en-US" sz="11500" b="1" dirty="0">
                <a:latin typeface="+mn-lt"/>
              </a:rPr>
              <a:t>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EB9A6-23FA-47F7-93BC-2883DE0D7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0479" y="205212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TINKERCAD BLOCKS        </a:t>
            </a:r>
            <a:r>
              <a:rPr lang="en-US" sz="2400" dirty="0">
                <a:solidFill>
                  <a:srgbClr val="FF0000"/>
                </a:solidFill>
              </a:rPr>
              <a:t> VS  </a:t>
            </a:r>
            <a:r>
              <a:rPr lang="en-US" sz="2400" dirty="0"/>
              <a:t> TEXT CODE</a:t>
            </a:r>
          </a:p>
        </p:txBody>
      </p:sp>
    </p:spTree>
    <p:extLst>
      <p:ext uri="{BB962C8B-B14F-4D97-AF65-F5344CB8AC3E}">
        <p14:creationId xmlns:p14="http://schemas.microsoft.com/office/powerpoint/2010/main" val="2946179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0B98C871-E70A-49BC-8598-5658A475AC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6442965"/>
              </p:ext>
            </p:extLst>
          </p:nvPr>
        </p:nvGraphicFramePr>
        <p:xfrm>
          <a:off x="465885" y="1147154"/>
          <a:ext cx="5072014" cy="45636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463440" imgH="5815800" progId="">
                  <p:embed/>
                </p:oleObj>
              </mc:Choice>
              <mc:Fallback>
                <p:oleObj r:id="rId2" imgW="6463440" imgH="5815800" progId="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0B98C871-E70A-49BC-8598-5658A475A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5885" y="1147154"/>
                        <a:ext cx="5072014" cy="45636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630DEE1-F12B-4F91-9FDE-A914230CE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103" y="543021"/>
            <a:ext cx="4895850" cy="62198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58694A0-A5FD-4FEB-AB32-EEC96B661689}"/>
              </a:ext>
            </a:extLst>
          </p:cNvPr>
          <p:cNvSpPr/>
          <p:nvPr/>
        </p:nvSpPr>
        <p:spPr>
          <a:xfrm>
            <a:off x="5701004" y="408749"/>
            <a:ext cx="886408" cy="671293"/>
          </a:xfrm>
          <a:prstGeom prst="rect">
            <a:avLst/>
          </a:prstGeom>
          <a:solidFill>
            <a:schemeClr val="accent1"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BD5E05-C84F-4156-A681-7DDA7042E01B}"/>
              </a:ext>
            </a:extLst>
          </p:cNvPr>
          <p:cNvSpPr txBox="1"/>
          <p:nvPr/>
        </p:nvSpPr>
        <p:spPr>
          <a:xfrm>
            <a:off x="5271798" y="1017036"/>
            <a:ext cx="14089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solidFill>
                  <a:srgbClr val="0070C0"/>
                </a:solidFill>
              </a:rPr>
              <a:t>Global Variables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5DE035-F871-4356-B622-3C6C2C083917}"/>
              </a:ext>
            </a:extLst>
          </p:cNvPr>
          <p:cNvSpPr/>
          <p:nvPr/>
        </p:nvSpPr>
        <p:spPr>
          <a:xfrm>
            <a:off x="5701004" y="1352682"/>
            <a:ext cx="886408" cy="1199374"/>
          </a:xfrm>
          <a:prstGeom prst="rect">
            <a:avLst/>
          </a:prstGeom>
          <a:solidFill>
            <a:schemeClr val="accent2">
              <a:lumMod val="60000"/>
              <a:lumOff val="40000"/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2559DB-AB46-40F7-BB65-7CA51DC03589}"/>
              </a:ext>
            </a:extLst>
          </p:cNvPr>
          <p:cNvSpPr txBox="1"/>
          <p:nvPr/>
        </p:nvSpPr>
        <p:spPr>
          <a:xfrm>
            <a:off x="5271798" y="2477410"/>
            <a:ext cx="14089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Setup runs once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7CB9BE-D712-4472-9C78-389E72ADCEC5}"/>
              </a:ext>
            </a:extLst>
          </p:cNvPr>
          <p:cNvSpPr/>
          <p:nvPr/>
        </p:nvSpPr>
        <p:spPr>
          <a:xfrm>
            <a:off x="5701004" y="3039772"/>
            <a:ext cx="886408" cy="3193077"/>
          </a:xfrm>
          <a:prstGeom prst="rect">
            <a:avLst/>
          </a:prstGeom>
          <a:solidFill>
            <a:schemeClr val="accent6">
              <a:lumMod val="60000"/>
              <a:lumOff val="40000"/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3CB314-8344-46D2-9DC9-3778516006EB}"/>
              </a:ext>
            </a:extLst>
          </p:cNvPr>
          <p:cNvSpPr txBox="1"/>
          <p:nvPr/>
        </p:nvSpPr>
        <p:spPr>
          <a:xfrm>
            <a:off x="5271798" y="6179752"/>
            <a:ext cx="14089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solidFill>
                  <a:srgbClr val="00B050"/>
                </a:solidFill>
              </a:rPr>
              <a:t>Loop Repeats</a:t>
            </a:r>
          </a:p>
        </p:txBody>
      </p:sp>
    </p:spTree>
    <p:extLst>
      <p:ext uri="{BB962C8B-B14F-4D97-AF65-F5344CB8AC3E}">
        <p14:creationId xmlns:p14="http://schemas.microsoft.com/office/powerpoint/2010/main" val="3250553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11" grpId="0" animBg="1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0B98C871-E70A-49BC-8598-5658A475AC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885" y="1147154"/>
          <a:ext cx="5072014" cy="45636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463440" imgH="5815800" progId="">
                  <p:embed/>
                </p:oleObj>
              </mc:Choice>
              <mc:Fallback>
                <p:oleObj r:id="rId2" imgW="6463440" imgH="5815800" progId="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0B98C871-E70A-49BC-8598-5658A475A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5885" y="1147154"/>
                        <a:ext cx="5072014" cy="45636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630DEE1-F12B-4F91-9FDE-A914230CE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103" y="543021"/>
            <a:ext cx="4895850" cy="6219825"/>
          </a:xfrm>
          <a:prstGeom prst="rect">
            <a:avLst/>
          </a:prstGeom>
        </p:spPr>
      </p:pic>
      <p:sp>
        <p:nvSpPr>
          <p:cNvPr id="2" name="Callout: Line 1">
            <a:extLst>
              <a:ext uri="{FF2B5EF4-FFF2-40B4-BE49-F238E27FC236}">
                <a16:creationId xmlns:a16="http://schemas.microsoft.com/office/drawing/2014/main" id="{96173133-8BAC-446D-A8B6-13927FABFB0D}"/>
              </a:ext>
            </a:extLst>
          </p:cNvPr>
          <p:cNvSpPr/>
          <p:nvPr/>
        </p:nvSpPr>
        <p:spPr>
          <a:xfrm>
            <a:off x="6550090" y="466531"/>
            <a:ext cx="2183363" cy="606489"/>
          </a:xfrm>
          <a:prstGeom prst="borderCallout1">
            <a:avLst>
              <a:gd name="adj1" fmla="val 18750"/>
              <a:gd name="adj2" fmla="val -8333"/>
              <a:gd name="adj3" fmla="val 200193"/>
              <a:gd name="adj4" fmla="val -146452"/>
            </a:avLst>
          </a:prstGeom>
          <a:solidFill>
            <a:schemeClr val="accent4">
              <a:alpha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allout: Line 12">
            <a:extLst>
              <a:ext uri="{FF2B5EF4-FFF2-40B4-BE49-F238E27FC236}">
                <a16:creationId xmlns:a16="http://schemas.microsoft.com/office/drawing/2014/main" id="{DF513B49-110C-467D-B963-BE4DE424FA6B}"/>
              </a:ext>
            </a:extLst>
          </p:cNvPr>
          <p:cNvSpPr/>
          <p:nvPr/>
        </p:nvSpPr>
        <p:spPr>
          <a:xfrm>
            <a:off x="6805126" y="3428999"/>
            <a:ext cx="2183363" cy="606489"/>
          </a:xfrm>
          <a:prstGeom prst="borderCallout1">
            <a:avLst>
              <a:gd name="adj1" fmla="val 18750"/>
              <a:gd name="adj2" fmla="val -8333"/>
              <a:gd name="adj3" fmla="val -287500"/>
              <a:gd name="adj4" fmla="val -158418"/>
            </a:avLst>
          </a:prstGeom>
          <a:solidFill>
            <a:schemeClr val="accent4">
              <a:alpha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0455D7-CD51-4207-AD94-52F6F0C0A327}"/>
              </a:ext>
            </a:extLst>
          </p:cNvPr>
          <p:cNvSpPr txBox="1"/>
          <p:nvPr/>
        </p:nvSpPr>
        <p:spPr>
          <a:xfrm>
            <a:off x="8837466" y="354276"/>
            <a:ext cx="25168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Variables are often declared globally in the area above 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setup()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7378BA-6B8B-4D16-826A-5A18B6C4F5EB}"/>
              </a:ext>
            </a:extLst>
          </p:cNvPr>
          <p:cNvSpPr txBox="1"/>
          <p:nvPr/>
        </p:nvSpPr>
        <p:spPr>
          <a:xfrm>
            <a:off x="9064845" y="3195447"/>
            <a:ext cx="25168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Here we are resetting the values once per loop (wasteful and unnecessary)</a:t>
            </a:r>
            <a:endParaRPr lang="en-US" sz="16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745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0B98C871-E70A-49BC-8598-5658A475AC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885" y="1147154"/>
          <a:ext cx="5072014" cy="45636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463440" imgH="5815800" progId="">
                  <p:embed/>
                </p:oleObj>
              </mc:Choice>
              <mc:Fallback>
                <p:oleObj r:id="rId2" imgW="6463440" imgH="5815800" progId="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0B98C871-E70A-49BC-8598-5658A475A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5885" y="1147154"/>
                        <a:ext cx="5072014" cy="45636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630DEE1-F12B-4F91-9FDE-A914230CE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103" y="543021"/>
            <a:ext cx="4895850" cy="6219825"/>
          </a:xfrm>
          <a:prstGeom prst="rect">
            <a:avLst/>
          </a:prstGeom>
        </p:spPr>
      </p:pic>
      <p:sp>
        <p:nvSpPr>
          <p:cNvPr id="2" name="Callout: Line 1">
            <a:extLst>
              <a:ext uri="{FF2B5EF4-FFF2-40B4-BE49-F238E27FC236}">
                <a16:creationId xmlns:a16="http://schemas.microsoft.com/office/drawing/2014/main" id="{96173133-8BAC-446D-A8B6-13927FABFB0D}"/>
              </a:ext>
            </a:extLst>
          </p:cNvPr>
          <p:cNvSpPr/>
          <p:nvPr/>
        </p:nvSpPr>
        <p:spPr>
          <a:xfrm>
            <a:off x="6881482" y="1716833"/>
            <a:ext cx="2183363" cy="357151"/>
          </a:xfrm>
          <a:prstGeom prst="borderCallout1">
            <a:avLst>
              <a:gd name="adj1" fmla="val 18750"/>
              <a:gd name="adj2" fmla="val -8333"/>
              <a:gd name="adj3" fmla="val 217899"/>
              <a:gd name="adj4" fmla="val -178504"/>
            </a:avLst>
          </a:prstGeom>
          <a:solidFill>
            <a:srgbClr val="7030A0">
              <a:alpha val="18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allout: Line 12">
            <a:extLst>
              <a:ext uri="{FF2B5EF4-FFF2-40B4-BE49-F238E27FC236}">
                <a16:creationId xmlns:a16="http://schemas.microsoft.com/office/drawing/2014/main" id="{DF513B49-110C-467D-B963-BE4DE424FA6B}"/>
              </a:ext>
            </a:extLst>
          </p:cNvPr>
          <p:cNvSpPr/>
          <p:nvPr/>
        </p:nvSpPr>
        <p:spPr>
          <a:xfrm>
            <a:off x="7282363" y="3976620"/>
            <a:ext cx="1555103" cy="277101"/>
          </a:xfrm>
          <a:prstGeom prst="borderCallout1">
            <a:avLst>
              <a:gd name="adj1" fmla="val 18750"/>
              <a:gd name="adj2" fmla="val -8333"/>
              <a:gd name="adj3" fmla="val -519838"/>
              <a:gd name="adj4" fmla="val -272418"/>
            </a:avLst>
          </a:prstGeom>
          <a:solidFill>
            <a:srgbClr val="7030A0">
              <a:alpha val="17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0455D7-CD51-4207-AD94-52F6F0C0A327}"/>
              </a:ext>
            </a:extLst>
          </p:cNvPr>
          <p:cNvSpPr txBox="1"/>
          <p:nvPr/>
        </p:nvSpPr>
        <p:spPr>
          <a:xfrm>
            <a:off x="9260531" y="1658485"/>
            <a:ext cx="25168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</a:rPr>
              <a:t>pinMode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() must be set in 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setup() 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for each IO pin we will use. Either INPUT or OUTPUT</a:t>
            </a:r>
            <a:endParaRPr lang="en-US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7378BA-6B8B-4D16-826A-5A18B6C4F5EB}"/>
              </a:ext>
            </a:extLst>
          </p:cNvPr>
          <p:cNvSpPr txBox="1"/>
          <p:nvPr/>
        </p:nvSpPr>
        <p:spPr>
          <a:xfrm>
            <a:off x="8837466" y="3428999"/>
            <a:ext cx="2516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Syntax to digital read is basically the same as the block.</a:t>
            </a:r>
            <a:endParaRPr lang="en-US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5282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0B98C871-E70A-49BC-8598-5658A475AC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885" y="1147154"/>
          <a:ext cx="5072014" cy="45636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463440" imgH="5815800" progId="">
                  <p:embed/>
                </p:oleObj>
              </mc:Choice>
              <mc:Fallback>
                <p:oleObj r:id="rId2" imgW="6463440" imgH="5815800" progId="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0B98C871-E70A-49BC-8598-5658A475A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5885" y="1147154"/>
                        <a:ext cx="5072014" cy="45636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630DEE1-F12B-4F91-9FDE-A914230CE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103" y="543021"/>
            <a:ext cx="4895850" cy="6219825"/>
          </a:xfrm>
          <a:prstGeom prst="rect">
            <a:avLst/>
          </a:prstGeom>
        </p:spPr>
      </p:pic>
      <p:sp>
        <p:nvSpPr>
          <p:cNvPr id="2" name="Callout: Line 1">
            <a:extLst>
              <a:ext uri="{FF2B5EF4-FFF2-40B4-BE49-F238E27FC236}">
                <a16:creationId xmlns:a16="http://schemas.microsoft.com/office/drawing/2014/main" id="{96173133-8BAC-446D-A8B6-13927FABFB0D}"/>
              </a:ext>
            </a:extLst>
          </p:cNvPr>
          <p:cNvSpPr/>
          <p:nvPr/>
        </p:nvSpPr>
        <p:spPr>
          <a:xfrm>
            <a:off x="7249886" y="3952219"/>
            <a:ext cx="2174032" cy="311871"/>
          </a:xfrm>
          <a:prstGeom prst="borderCallout1">
            <a:avLst>
              <a:gd name="adj1" fmla="val 18750"/>
              <a:gd name="adj2" fmla="val -8333"/>
              <a:gd name="adj3" fmla="val -461354"/>
              <a:gd name="adj4" fmla="val -132463"/>
            </a:avLst>
          </a:prstGeom>
          <a:solidFill>
            <a:schemeClr val="accent6">
              <a:alpha val="31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0455D7-CD51-4207-AD94-52F6F0C0A327}"/>
              </a:ext>
            </a:extLst>
          </p:cNvPr>
          <p:cNvSpPr txBox="1"/>
          <p:nvPr/>
        </p:nvSpPr>
        <p:spPr>
          <a:xfrm>
            <a:off x="8837769" y="3213555"/>
            <a:ext cx="25168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Comparisons must be inside brackets 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()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.  Equality operator is 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==</a:t>
            </a:r>
          </a:p>
        </p:txBody>
      </p:sp>
    </p:spTree>
    <p:extLst>
      <p:ext uri="{BB962C8B-B14F-4D97-AF65-F5344CB8AC3E}">
        <p14:creationId xmlns:p14="http://schemas.microsoft.com/office/powerpoint/2010/main" val="2335036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0B98C871-E70A-49BC-8598-5658A475AC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885" y="1147154"/>
          <a:ext cx="5072014" cy="45636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463440" imgH="5815800" progId="">
                  <p:embed/>
                </p:oleObj>
              </mc:Choice>
              <mc:Fallback>
                <p:oleObj r:id="rId2" imgW="6463440" imgH="5815800" progId="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0B98C871-E70A-49BC-8598-5658A475A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5885" y="1147154"/>
                        <a:ext cx="5072014" cy="45636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630DEE1-F12B-4F91-9FDE-A914230CE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103" y="543021"/>
            <a:ext cx="4895850" cy="6219825"/>
          </a:xfrm>
          <a:prstGeom prst="rect">
            <a:avLst/>
          </a:prstGeom>
        </p:spPr>
      </p:pic>
      <p:sp>
        <p:nvSpPr>
          <p:cNvPr id="2" name="Callout: Line 1">
            <a:extLst>
              <a:ext uri="{FF2B5EF4-FFF2-40B4-BE49-F238E27FC236}">
                <a16:creationId xmlns:a16="http://schemas.microsoft.com/office/drawing/2014/main" id="{96173133-8BAC-446D-A8B6-13927FABFB0D}"/>
              </a:ext>
            </a:extLst>
          </p:cNvPr>
          <p:cNvSpPr/>
          <p:nvPr/>
        </p:nvSpPr>
        <p:spPr>
          <a:xfrm>
            <a:off x="9473613" y="3952219"/>
            <a:ext cx="258216" cy="311871"/>
          </a:xfrm>
          <a:prstGeom prst="borderCallout1">
            <a:avLst>
              <a:gd name="adj1" fmla="val 18750"/>
              <a:gd name="adj2" fmla="val -8333"/>
              <a:gd name="adj3" fmla="val -455370"/>
              <a:gd name="adj4" fmla="val -1772988"/>
            </a:avLst>
          </a:prstGeom>
          <a:solidFill>
            <a:schemeClr val="accent4">
              <a:lumMod val="75000"/>
              <a:alpha val="31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0455D7-CD51-4207-AD94-52F6F0C0A327}"/>
              </a:ext>
            </a:extLst>
          </p:cNvPr>
          <p:cNvSpPr txBox="1"/>
          <p:nvPr/>
        </p:nvSpPr>
        <p:spPr>
          <a:xfrm>
            <a:off x="9473613" y="2351781"/>
            <a:ext cx="251680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Code to run if the condition is true is wrapped inside of script brackets.</a:t>
            </a:r>
          </a:p>
          <a:p>
            <a:endParaRPr lang="en-US" sz="14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Be very careful to make sure you match every opening bracket 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{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 with a closing one 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}</a:t>
            </a:r>
          </a:p>
        </p:txBody>
      </p:sp>
      <p:sp>
        <p:nvSpPr>
          <p:cNvPr id="7" name="Callout: Line 6">
            <a:extLst>
              <a:ext uri="{FF2B5EF4-FFF2-40B4-BE49-F238E27FC236}">
                <a16:creationId xmlns:a16="http://schemas.microsoft.com/office/drawing/2014/main" id="{96C51503-0078-416C-B9C1-C71462A9C31C}"/>
              </a:ext>
            </a:extLst>
          </p:cNvPr>
          <p:cNvSpPr/>
          <p:nvPr/>
        </p:nvSpPr>
        <p:spPr>
          <a:xfrm>
            <a:off x="6845491" y="4739100"/>
            <a:ext cx="258216" cy="311871"/>
          </a:xfrm>
          <a:prstGeom prst="borderCallout1">
            <a:avLst>
              <a:gd name="adj1" fmla="val 18750"/>
              <a:gd name="adj2" fmla="val -8333"/>
              <a:gd name="adj3" fmla="val -239959"/>
              <a:gd name="adj4" fmla="val -967179"/>
            </a:avLst>
          </a:prstGeom>
          <a:solidFill>
            <a:schemeClr val="accent4">
              <a:lumMod val="75000"/>
              <a:alpha val="31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395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0B98C871-E70A-49BC-8598-5658A475AC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885" y="1147154"/>
          <a:ext cx="5072014" cy="45636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463440" imgH="5815800" progId="">
                  <p:embed/>
                </p:oleObj>
              </mc:Choice>
              <mc:Fallback>
                <p:oleObj r:id="rId2" imgW="6463440" imgH="5815800" progId="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0B98C871-E70A-49BC-8598-5658A475A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5885" y="1147154"/>
                        <a:ext cx="5072014" cy="45636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630DEE1-F12B-4F91-9FDE-A914230CE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103" y="543021"/>
            <a:ext cx="4895850" cy="6219825"/>
          </a:xfrm>
          <a:prstGeom prst="rect">
            <a:avLst/>
          </a:prstGeom>
        </p:spPr>
      </p:pic>
      <p:sp>
        <p:nvSpPr>
          <p:cNvPr id="2" name="Callout: Line 1">
            <a:extLst>
              <a:ext uri="{FF2B5EF4-FFF2-40B4-BE49-F238E27FC236}">
                <a16:creationId xmlns:a16="http://schemas.microsoft.com/office/drawing/2014/main" id="{96173133-8BAC-446D-A8B6-13927FABFB0D}"/>
              </a:ext>
            </a:extLst>
          </p:cNvPr>
          <p:cNvSpPr/>
          <p:nvPr/>
        </p:nvSpPr>
        <p:spPr>
          <a:xfrm>
            <a:off x="6805126" y="1959429"/>
            <a:ext cx="2183363" cy="347706"/>
          </a:xfrm>
          <a:prstGeom prst="borderCallout1">
            <a:avLst>
              <a:gd name="adj1" fmla="val 18750"/>
              <a:gd name="adj2" fmla="val -8333"/>
              <a:gd name="adj3" fmla="val 358518"/>
              <a:gd name="adj4" fmla="val -54999"/>
            </a:avLst>
          </a:prstGeom>
          <a:solidFill>
            <a:schemeClr val="accent5">
              <a:lumMod val="75000"/>
              <a:alpha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allout: Line 12">
            <a:extLst>
              <a:ext uri="{FF2B5EF4-FFF2-40B4-BE49-F238E27FC236}">
                <a16:creationId xmlns:a16="http://schemas.microsoft.com/office/drawing/2014/main" id="{DF513B49-110C-467D-B963-BE4DE424FA6B}"/>
              </a:ext>
            </a:extLst>
          </p:cNvPr>
          <p:cNvSpPr/>
          <p:nvPr/>
        </p:nvSpPr>
        <p:spPr>
          <a:xfrm>
            <a:off x="7066383" y="4211029"/>
            <a:ext cx="3673152" cy="347706"/>
          </a:xfrm>
          <a:prstGeom prst="borderCallout1">
            <a:avLst>
              <a:gd name="adj1" fmla="val 18750"/>
              <a:gd name="adj2" fmla="val -8333"/>
              <a:gd name="adj3" fmla="val -295550"/>
              <a:gd name="adj4" fmla="val -39536"/>
            </a:avLst>
          </a:prstGeom>
          <a:solidFill>
            <a:schemeClr val="accent5">
              <a:lumMod val="75000"/>
              <a:alpha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0455D7-CD51-4207-AD94-52F6F0C0A327}"/>
              </a:ext>
            </a:extLst>
          </p:cNvPr>
          <p:cNvSpPr txBox="1"/>
          <p:nvPr/>
        </p:nvSpPr>
        <p:spPr>
          <a:xfrm>
            <a:off x="9139512" y="1128432"/>
            <a:ext cx="251680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In order to activate the Serial Monitor, this line must be in setup().</a:t>
            </a:r>
          </a:p>
          <a:p>
            <a:endParaRPr lang="en-US" sz="16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9600 is a 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baud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rate, which can be changed, but for our purposes this will be sufficient.</a:t>
            </a:r>
            <a:endParaRPr lang="en-US" sz="1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7378BA-6B8B-4D16-826A-5A18B6C4F5EB}"/>
              </a:ext>
            </a:extLst>
          </p:cNvPr>
          <p:cNvSpPr txBox="1"/>
          <p:nvPr/>
        </p:nvSpPr>
        <p:spPr>
          <a:xfrm>
            <a:off x="9783302" y="4558735"/>
            <a:ext cx="2516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Serial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</a:rPr>
              <a:t>.println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()  - with newline</a:t>
            </a:r>
          </a:p>
          <a:p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Serial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</a:rPr>
              <a:t>.print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() – without newline</a:t>
            </a:r>
            <a:endParaRPr lang="en-US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428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3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0B98C871-E70A-49BC-8598-5658A475AC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885" y="1147154"/>
          <a:ext cx="5072014" cy="45636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463440" imgH="5815800" progId="">
                  <p:embed/>
                </p:oleObj>
              </mc:Choice>
              <mc:Fallback>
                <p:oleObj r:id="rId2" imgW="6463440" imgH="5815800" progId="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0B98C871-E70A-49BC-8598-5658A475A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5885" y="1147154"/>
                        <a:ext cx="5072014" cy="45636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630DEE1-F12B-4F91-9FDE-A914230CE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103" y="543021"/>
            <a:ext cx="4895850" cy="6219825"/>
          </a:xfrm>
          <a:prstGeom prst="rect">
            <a:avLst/>
          </a:prstGeom>
        </p:spPr>
      </p:pic>
      <p:sp>
        <p:nvSpPr>
          <p:cNvPr id="2" name="Callout: Line 1">
            <a:extLst>
              <a:ext uri="{FF2B5EF4-FFF2-40B4-BE49-F238E27FC236}">
                <a16:creationId xmlns:a16="http://schemas.microsoft.com/office/drawing/2014/main" id="{96173133-8BAC-446D-A8B6-13927FABFB0D}"/>
              </a:ext>
            </a:extLst>
          </p:cNvPr>
          <p:cNvSpPr/>
          <p:nvPr/>
        </p:nvSpPr>
        <p:spPr>
          <a:xfrm>
            <a:off x="7091266" y="4456072"/>
            <a:ext cx="2516800" cy="311871"/>
          </a:xfrm>
          <a:prstGeom prst="borderCallout1">
            <a:avLst>
              <a:gd name="adj1" fmla="val 18750"/>
              <a:gd name="adj2" fmla="val -8333"/>
              <a:gd name="adj3" fmla="val -267230"/>
              <a:gd name="adj4" fmla="val -149446"/>
            </a:avLst>
          </a:prstGeom>
          <a:solidFill>
            <a:schemeClr val="accent6">
              <a:alpha val="31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0455D7-CD51-4207-AD94-52F6F0C0A327}"/>
              </a:ext>
            </a:extLst>
          </p:cNvPr>
          <p:cNvSpPr txBox="1"/>
          <p:nvPr/>
        </p:nvSpPr>
        <p:spPr>
          <a:xfrm>
            <a:off x="8772455" y="3215100"/>
            <a:ext cx="32733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digitalWrite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() 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command similar to block. </a:t>
            </a:r>
          </a:p>
          <a:p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Notice inside the brackets: </a:t>
            </a:r>
          </a:p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       (pin number, HIGH/LOW value)</a:t>
            </a:r>
          </a:p>
        </p:txBody>
      </p:sp>
    </p:spTree>
    <p:extLst>
      <p:ext uri="{BB962C8B-B14F-4D97-AF65-F5344CB8AC3E}">
        <p14:creationId xmlns:p14="http://schemas.microsoft.com/office/powerpoint/2010/main" val="21953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FA6F2ABA91154CB6A1447C0C6344A4" ma:contentTypeVersion="13" ma:contentTypeDescription="Create a new document." ma:contentTypeScope="" ma:versionID="b2e433a53fb4d00d74ccb11071e5b5ae">
  <xsd:schema xmlns:xsd="http://www.w3.org/2001/XMLSchema" xmlns:xs="http://www.w3.org/2001/XMLSchema" xmlns:p="http://schemas.microsoft.com/office/2006/metadata/properties" xmlns:ns3="7c34a598-813f-420e-b236-af83e43e373a" xmlns:ns4="97058c51-c72f-4e17-8c83-a53108498a8d" targetNamespace="http://schemas.microsoft.com/office/2006/metadata/properties" ma:root="true" ma:fieldsID="4ccf70996b506dac89d6cb143000d25a" ns3:_="" ns4:_="">
    <xsd:import namespace="7c34a598-813f-420e-b236-af83e43e373a"/>
    <xsd:import namespace="97058c51-c72f-4e17-8c83-a53108498a8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34a598-813f-420e-b236-af83e43e37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058c51-c72f-4e17-8c83-a53108498a8d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49BAF01-661F-4A7F-8A05-97ABF9D390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c34a598-813f-420e-b236-af83e43e373a"/>
    <ds:schemaRef ds:uri="97058c51-c72f-4e17-8c83-a53108498a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CF5B333-3F6A-46B3-BC04-C8E8A8AC2E0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58838E-CBEA-4E0D-8975-33463D512FD3}">
  <ds:schemaRefs>
    <ds:schemaRef ds:uri="97058c51-c72f-4e17-8c83-a53108498a8d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dcmitype/"/>
    <ds:schemaRef ds:uri="7c34a598-813f-420e-b236-af83e43e373a"/>
    <ds:schemaRef ds:uri="http://www.w3.org/XML/1998/namespace"/>
    <ds:schemaRef ds:uri="http://purl.org/dc/elements/1.1/"/>
    <ds:schemaRef ds:uri="http://schemas.microsoft.com/office/2006/documentManagement/typ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183</Words>
  <Application>Microsoft Office PowerPoint</Application>
  <PresentationFormat>Widescreen</PresentationFormat>
  <Paragraphs>21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Comparison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Scott, Stefan</dc:creator>
  <cp:lastModifiedBy>stefan scott</cp:lastModifiedBy>
  <cp:revision>3</cp:revision>
  <dcterms:created xsi:type="dcterms:W3CDTF">2020-11-03T15:57:20Z</dcterms:created>
  <dcterms:modified xsi:type="dcterms:W3CDTF">2021-01-12T05:49:40Z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0x010100C4FA6F2ABA91154CB6A1447C0C6344A4</vt:lpwstr>
  </property>
</Properties>
</file>